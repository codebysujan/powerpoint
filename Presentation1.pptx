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1C051-F0D8-8449-C791-F78580B97A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EB653B-4004-F252-CDCD-F28637F37C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839EA7-33C6-A203-D82E-48571DD5A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1F19B-DE11-423A-9769-6A8228BE5425}" type="datetimeFigureOut">
              <a:rPr lang="en-GB" smtClean="0"/>
              <a:t>05/06/2023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BF1B71-BAE2-06AD-86C5-FB982EA1B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8C8DF5-9DB4-5930-DFE9-F9F0CA606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C0392-ABA0-416D-9BBB-F575FB8135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0721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AF829-8B02-3A66-58D3-9A547706A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F8D96A-11DA-69C4-28D7-FE71B2515A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3320D9-4FAC-4B2F-878F-669626EBB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1F19B-DE11-423A-9769-6A8228BE5425}" type="datetimeFigureOut">
              <a:rPr lang="en-GB" smtClean="0"/>
              <a:t>05/06/2023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C8144-FF78-6E23-039F-4A3584638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AE9C61-114C-AFEE-A51B-2BDC49979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C0392-ABA0-416D-9BBB-F575FB8135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78332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AD99A-74DB-F151-CAEF-B177023FD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5C91D5-B42F-86AF-F13D-F62A51925E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6AA86D-D666-75FD-6644-F9E7721122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1F19B-DE11-423A-9769-6A8228BE5425}" type="datetimeFigureOut">
              <a:rPr lang="en-GB" smtClean="0"/>
              <a:t>05/06/2023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01DE74-BB36-8E2C-3C27-5316009F9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5EE410-33DC-AFE9-A913-716C649B0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C0392-ABA0-416D-9BBB-F575FB8135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73744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00A2E-BC00-D305-8553-E4E481646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C69396-C51D-9C88-CE98-94B0B6DCB9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A1D14D-6477-DAEF-9C72-90264AA613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F8A528-7D8B-4B93-DDB6-E83A3E026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1F19B-DE11-423A-9769-6A8228BE5425}" type="datetimeFigureOut">
              <a:rPr lang="en-GB" smtClean="0"/>
              <a:t>05/06/2023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F9892-1D21-85C4-128C-E0D04D6D6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75176A-FC3C-7CB5-E662-9A7E273DB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C0392-ABA0-416D-9BBB-F575FB8135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3157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D180A-E1A2-D029-092D-884C035A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753BD1-65B0-EE98-54F5-A1899556DE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CFFA56-8BC7-F251-37DA-A80D950B17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935B94-52BD-B671-15AB-B43B9826B8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781CCB-7266-82F4-5A00-3A5EB434EC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44110C-61CC-36CE-75E9-6DBFC337C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1F19B-DE11-423A-9769-6A8228BE5425}" type="datetimeFigureOut">
              <a:rPr lang="en-GB" smtClean="0"/>
              <a:t>05/06/2023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095C81-09BE-81AD-72B1-8B6CDE16B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36D7D0-2CEF-F8EE-CEE3-FC9D2FBF1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C0392-ABA0-416D-9BBB-F575FB8135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57631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54216-9637-3143-53C8-6138CB31A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432932-E84B-0CFA-7776-0D06124412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1F19B-DE11-423A-9769-6A8228BE5425}" type="datetimeFigureOut">
              <a:rPr lang="en-GB" smtClean="0"/>
              <a:t>05/06/2023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892C8E-3A32-42F9-D78C-F2870BE6B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7AFDFA-B696-2DB6-A619-C75B87B7E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C0392-ABA0-416D-9BBB-F575FB8135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72055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0A120A5-D064-10EA-CC58-ECA7F75CE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1F19B-DE11-423A-9769-6A8228BE5425}" type="datetimeFigureOut">
              <a:rPr lang="en-GB" smtClean="0"/>
              <a:t>05/06/2023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7F45DB-0E1C-1171-DE41-1E1E1C180B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D1551E-E3D3-A552-5D7E-D69666333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C0392-ABA0-416D-9BBB-F575FB8135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8092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0DE55-4B35-801A-64F4-A62C3F072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8FED0D-8A5A-DEA7-634A-7F38A0F91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072EDD-7B05-616F-BAB6-7106544388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94D79C-19BE-E351-ADE0-FFBCD4873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1F19B-DE11-423A-9769-6A8228BE5425}" type="datetimeFigureOut">
              <a:rPr lang="en-GB" smtClean="0"/>
              <a:t>05/06/2023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AB039-FE59-1DF2-98AE-20878F4B4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1696D1-1805-4FE5-66B7-F2832C18F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C0392-ABA0-416D-9BBB-F575FB8135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44332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0F2D8-B0C1-9762-4318-D8FD220AA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FC298F4-838C-48D9-E8CF-42CFBD7C0D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164BFA-5B9B-F163-FEAA-70C74F2155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401963-1D6E-BE24-7BE7-6978F0D3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1F19B-DE11-423A-9769-6A8228BE5425}" type="datetimeFigureOut">
              <a:rPr lang="en-GB" smtClean="0"/>
              <a:t>05/06/2023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F38B77-27AF-A808-B357-76019B0E3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7D4CDE-3B0C-A658-01E2-EFD238D2D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C0392-ABA0-416D-9BBB-F575FB8135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62900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9B3BB-9B2D-459A-E511-AB3FBF34A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6498A-FCD6-392C-333F-89ECE0A7FB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0E46AA-2B12-76B8-91FA-AED420FB3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1F19B-DE11-423A-9769-6A8228BE5425}" type="datetimeFigureOut">
              <a:rPr lang="en-GB" smtClean="0"/>
              <a:t>05/06/2023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39513A-9183-D188-41B8-6EE30D8B9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B4CE29-F380-5FCF-3FAF-2A9B70263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C0392-ABA0-416D-9BBB-F575FB8135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3906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CD91044-774C-F02E-D433-8E311398AA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8C9F64-028B-93E0-581F-DFDA5026A6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BDEAF5-5B22-AAC1-1B5B-AEF75E774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1F19B-DE11-423A-9769-6A8228BE5425}" type="datetimeFigureOut">
              <a:rPr lang="en-GB" smtClean="0"/>
              <a:t>05/06/2023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73B99-3162-DFB9-EF14-AFED6055D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D35B1F-97B3-3A46-DF11-1A798DE08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C0392-ABA0-416D-9BBB-F575FB8135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6566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3B1001-CF05-CD67-D919-9B3E4C0EA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A64800-B459-BB73-E639-F6B7D214DE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549FD3-0223-BD4D-C2CB-B673C68E1E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A1F19B-DE11-423A-9769-6A8228BE5425}" type="datetimeFigureOut">
              <a:rPr lang="en-GB" smtClean="0"/>
              <a:t>05/06/2023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F223A-84B2-EB78-65B0-5221F5C205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DA4EA6-501B-2023-E082-6028EC4BA4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1C0392-ABA0-416D-9BBB-F575FB8135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4398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6CD77-7337-EAAC-A3E2-66954D79FA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D14F50-3728-26AA-3517-E429190F609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19507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Rajendra Pandit</dc:creator>
  <cp:lastModifiedBy>Rajendra Pandit</cp:lastModifiedBy>
  <cp:revision>1</cp:revision>
  <dcterms:created xsi:type="dcterms:W3CDTF">2023-06-05T19:11:47Z</dcterms:created>
  <dcterms:modified xsi:type="dcterms:W3CDTF">2023-06-05T19:11:53Z</dcterms:modified>
</cp:coreProperties>
</file>