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77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1C051-F0D8-8449-C791-F78580B97A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EB653B-4004-F252-CDCD-F28637F37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39EA7-33C6-A203-D82E-48571DD5A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F1B71-BAE2-06AD-86C5-FB982EA1B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C8DF5-9DB4-5930-DFE9-F9F0CA60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721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AF829-8B02-3A66-58D3-9A547706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8D96A-11DA-69C4-28D7-FE71B2515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320D9-4FAC-4B2F-878F-669626EB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C8144-FF78-6E23-039F-4A3584638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E9C61-114C-AFEE-A51B-2BDC4997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7833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AD99A-74DB-F151-CAEF-B177023F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5C91D5-B42F-86AF-F13D-F62A51925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AA86D-D666-75FD-6644-F9E7721122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01DE74-BB36-8E2C-3C27-5316009F9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EE410-33DC-AFE9-A913-716C649B0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7374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0A2E-BC00-D305-8553-E4E481646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69396-C51D-9C88-CE98-94B0B6DCB9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D14D-6477-DAEF-9C72-90264AA61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F8A528-7D8B-4B93-DDB6-E83A3E02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F9892-1D21-85C4-128C-E0D04D6D6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5176A-FC3C-7CB5-E662-9A7E273D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157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D180A-E1A2-D029-092D-884C035A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753BD1-65B0-EE98-54F5-A1899556D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CFFA56-8BC7-F251-37DA-A80D950B17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935B94-52BD-B671-15AB-B43B9826B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81CCB-7266-82F4-5A00-3A5EB434EC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44110C-61CC-36CE-75E9-6DBFC337C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095C81-09BE-81AD-72B1-8B6CDE16B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36D7D0-2CEF-F8EE-CEE3-FC9D2FBF1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5763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54216-9637-3143-53C8-6138CB31A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32932-E84B-0CFA-7776-0D0612441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92C8E-3A32-42F9-D78C-F2870BE6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7AFDFA-B696-2DB6-A619-C75B87B7E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7205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A120A5-D064-10EA-CC58-ECA7F75CE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7F45DB-0E1C-1171-DE41-1E1E1C180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1551E-E3D3-A552-5D7E-D69666333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809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0DE55-4B35-801A-64F4-A62C3F072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FED0D-8A5A-DEA7-634A-7F38A0F91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72EDD-7B05-616F-BAB6-7106544388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94D79C-19BE-E351-ADE0-FFBCD4873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AB039-FE59-1DF2-98AE-20878F4B4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696D1-1805-4FE5-66B7-F2832C18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4433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0F2D8-B0C1-9762-4318-D8FD220A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C298F4-838C-48D9-E8CF-42CFBD7C0D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164BFA-5B9B-F163-FEAA-70C74F215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401963-1D6E-BE24-7BE7-6978F0D3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38B77-27AF-A808-B357-76019B0E3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D4CDE-3B0C-A658-01E2-EFD238D2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290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9B3BB-9B2D-459A-E511-AB3FBF34A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6498A-FCD6-392C-333F-89ECE0A7F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E46AA-2B12-76B8-91FA-AED420FB3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9513A-9183-D188-41B8-6EE30D8B9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4CE29-F380-5FCF-3FAF-2A9B70263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390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D91044-774C-F02E-D433-8E311398AA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8C9F64-028B-93E0-581F-DFDA5026A6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BDEAF5-5B22-AAC1-1B5B-AEF75E77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73B99-3162-DFB9-EF14-AFED6055D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35B1F-97B3-3A46-DF11-1A798DE0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66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3B1001-CF05-CD67-D919-9B3E4C0EA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A64800-B459-BB73-E639-F6B7D214D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549FD3-0223-BD4D-C2CB-B673C68E1E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1F19B-DE11-423A-9769-6A8228BE5425}" type="datetimeFigureOut">
              <a:rPr lang="en-GB" smtClean="0"/>
              <a:t>05/06/2023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223A-84B2-EB78-65B0-5221F5C20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A4EA6-501B-2023-E082-6028EC4BA4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C0392-ABA0-416D-9BBB-F575FB8135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4398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77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49E600B-1F58-5FAC-61AC-15944A304D00}"/>
              </a:ext>
            </a:extLst>
          </p:cNvPr>
          <p:cNvSpPr/>
          <p:nvPr/>
        </p:nvSpPr>
        <p:spPr>
          <a:xfrm>
            <a:off x="1133474" y="2009773"/>
            <a:ext cx="2990850" cy="242887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6ABDD0A-FF45-5179-DED4-063294C9B381}"/>
              </a:ext>
            </a:extLst>
          </p:cNvPr>
          <p:cNvSpPr/>
          <p:nvPr/>
        </p:nvSpPr>
        <p:spPr>
          <a:xfrm>
            <a:off x="4483511" y="0"/>
            <a:ext cx="7708491" cy="6858000"/>
          </a:xfrm>
          <a:custGeom>
            <a:avLst/>
            <a:gdLst>
              <a:gd name="connsiteX0" fmla="*/ 7708491 w 7708491"/>
              <a:gd name="connsiteY0" fmla="*/ 5169906 h 6858000"/>
              <a:gd name="connsiteX1" fmla="*/ 7708491 w 7708491"/>
              <a:gd name="connsiteY1" fmla="*/ 6858000 h 6858000"/>
              <a:gd name="connsiteX2" fmla="*/ 5110026 w 7708491"/>
              <a:gd name="connsiteY2" fmla="*/ 6858000 h 6858000"/>
              <a:gd name="connsiteX3" fmla="*/ 5146226 w 7708491"/>
              <a:gd name="connsiteY3" fmla="*/ 6850887 h 6858000"/>
              <a:gd name="connsiteX4" fmla="*/ 7638448 w 7708491"/>
              <a:gd name="connsiteY4" fmla="*/ 5273614 h 6858000"/>
              <a:gd name="connsiteX5" fmla="*/ 3432542 w 7708491"/>
              <a:gd name="connsiteY5" fmla="*/ 0 h 6858000"/>
              <a:gd name="connsiteX6" fmla="*/ 4801974 w 7708491"/>
              <a:gd name="connsiteY6" fmla="*/ 0 h 6858000"/>
              <a:gd name="connsiteX7" fmla="*/ 4947029 w 7708491"/>
              <a:gd name="connsiteY7" fmla="*/ 22053 h 6858000"/>
              <a:gd name="connsiteX8" fmla="*/ 7638447 w 7708491"/>
              <a:gd name="connsiteY8" fmla="*/ 1638466 h 6858000"/>
              <a:gd name="connsiteX9" fmla="*/ 7708490 w 7708491"/>
              <a:gd name="connsiteY9" fmla="*/ 1742174 h 6858000"/>
              <a:gd name="connsiteX10" fmla="*/ 7708490 w 7708491"/>
              <a:gd name="connsiteY10" fmla="*/ 5169906 h 6858000"/>
              <a:gd name="connsiteX11" fmla="*/ 7638447 w 7708491"/>
              <a:gd name="connsiteY11" fmla="*/ 5273614 h 6858000"/>
              <a:gd name="connsiteX12" fmla="*/ 5146225 w 7708491"/>
              <a:gd name="connsiteY12" fmla="*/ 6850887 h 6858000"/>
              <a:gd name="connsiteX13" fmla="*/ 5110025 w 7708491"/>
              <a:gd name="connsiteY13" fmla="*/ 6858000 h 6858000"/>
              <a:gd name="connsiteX14" fmla="*/ 3124492 w 7708491"/>
              <a:gd name="connsiteY14" fmla="*/ 6858000 h 6858000"/>
              <a:gd name="connsiteX15" fmla="*/ 3088291 w 7708491"/>
              <a:gd name="connsiteY15" fmla="*/ 6850887 h 6858000"/>
              <a:gd name="connsiteX16" fmla="*/ 2701607 w 7708491"/>
              <a:gd name="connsiteY16" fmla="*/ 6748545 h 6858000"/>
              <a:gd name="connsiteX17" fmla="*/ 2536722 w 7708491"/>
              <a:gd name="connsiteY17" fmla="*/ 6693198 h 6858000"/>
              <a:gd name="connsiteX18" fmla="*/ 2514635 w 7708491"/>
              <a:gd name="connsiteY18" fmla="*/ 6685784 h 6858000"/>
              <a:gd name="connsiteX19" fmla="*/ 0 w 7708491"/>
              <a:gd name="connsiteY19" fmla="*/ 3456040 h 6858000"/>
              <a:gd name="connsiteX20" fmla="*/ 2514635 w 7708491"/>
              <a:gd name="connsiteY20" fmla="*/ 226296 h 6858000"/>
              <a:gd name="connsiteX21" fmla="*/ 2536722 w 7708491"/>
              <a:gd name="connsiteY21" fmla="*/ 218882 h 6858000"/>
              <a:gd name="connsiteX22" fmla="*/ 2536722 w 7708491"/>
              <a:gd name="connsiteY22" fmla="*/ 218882 h 6858000"/>
              <a:gd name="connsiteX23" fmla="*/ 2701607 w 7708491"/>
              <a:gd name="connsiteY23" fmla="*/ 163535 h 6858000"/>
              <a:gd name="connsiteX24" fmla="*/ 3287487 w 7708491"/>
              <a:gd name="connsiteY24" fmla="*/ 22053 h 6858000"/>
              <a:gd name="connsiteX25" fmla="*/ 4801974 w 7708491"/>
              <a:gd name="connsiteY25" fmla="*/ 0 h 6858000"/>
              <a:gd name="connsiteX26" fmla="*/ 7708490 w 7708491"/>
              <a:gd name="connsiteY26" fmla="*/ 0 h 6858000"/>
              <a:gd name="connsiteX27" fmla="*/ 7708490 w 7708491"/>
              <a:gd name="connsiteY27" fmla="*/ 1742174 h 6858000"/>
              <a:gd name="connsiteX28" fmla="*/ 7638447 w 7708491"/>
              <a:gd name="connsiteY28" fmla="*/ 1638466 h 6858000"/>
              <a:gd name="connsiteX29" fmla="*/ 4947029 w 7708491"/>
              <a:gd name="connsiteY29" fmla="*/ 2205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7708491" h="6858000">
                <a:moveTo>
                  <a:pt x="7708491" y="5169906"/>
                </a:moveTo>
                <a:lnTo>
                  <a:pt x="7708491" y="6858000"/>
                </a:lnTo>
                <a:lnTo>
                  <a:pt x="5110026" y="6858000"/>
                </a:lnTo>
                <a:lnTo>
                  <a:pt x="5146226" y="6850887"/>
                </a:lnTo>
                <a:cubicBezTo>
                  <a:pt x="6198657" y="6620362"/>
                  <a:pt x="7088265" y="6044488"/>
                  <a:pt x="7638448" y="5273614"/>
                </a:cubicBezTo>
                <a:close/>
                <a:moveTo>
                  <a:pt x="3432542" y="0"/>
                </a:moveTo>
                <a:lnTo>
                  <a:pt x="4801974" y="0"/>
                </a:lnTo>
                <a:lnTo>
                  <a:pt x="4947029" y="22053"/>
                </a:lnTo>
                <a:cubicBezTo>
                  <a:pt x="6086129" y="220496"/>
                  <a:pt x="7053878" y="819413"/>
                  <a:pt x="7638447" y="1638466"/>
                </a:cubicBezTo>
                <a:lnTo>
                  <a:pt x="7708490" y="1742174"/>
                </a:lnTo>
                <a:lnTo>
                  <a:pt x="7708490" y="5169906"/>
                </a:lnTo>
                <a:lnTo>
                  <a:pt x="7638447" y="5273614"/>
                </a:lnTo>
                <a:cubicBezTo>
                  <a:pt x="7088264" y="6044488"/>
                  <a:pt x="6198656" y="6620362"/>
                  <a:pt x="5146225" y="6850887"/>
                </a:cubicBezTo>
                <a:lnTo>
                  <a:pt x="5110025" y="6858000"/>
                </a:lnTo>
                <a:lnTo>
                  <a:pt x="3124492" y="6858000"/>
                </a:lnTo>
                <a:lnTo>
                  <a:pt x="3088291" y="6850887"/>
                </a:lnTo>
                <a:cubicBezTo>
                  <a:pt x="2956737" y="6822072"/>
                  <a:pt x="2827728" y="6787860"/>
                  <a:pt x="2701607" y="6748545"/>
                </a:cubicBezTo>
                <a:lnTo>
                  <a:pt x="2536722" y="6693198"/>
                </a:lnTo>
                <a:lnTo>
                  <a:pt x="2514635" y="6685784"/>
                </a:lnTo>
                <a:cubicBezTo>
                  <a:pt x="1036890" y="6153666"/>
                  <a:pt x="0" y="4907942"/>
                  <a:pt x="0" y="3456040"/>
                </a:cubicBezTo>
                <a:cubicBezTo>
                  <a:pt x="0" y="2004138"/>
                  <a:pt x="1036890" y="758414"/>
                  <a:pt x="2514635" y="226296"/>
                </a:cubicBezTo>
                <a:lnTo>
                  <a:pt x="2536722" y="218882"/>
                </a:lnTo>
                <a:lnTo>
                  <a:pt x="2536722" y="218882"/>
                </a:lnTo>
                <a:lnTo>
                  <a:pt x="2701607" y="163535"/>
                </a:lnTo>
                <a:cubicBezTo>
                  <a:pt x="2890788" y="104563"/>
                  <a:pt x="3086469" y="57072"/>
                  <a:pt x="3287487" y="22053"/>
                </a:cubicBezTo>
                <a:close/>
                <a:moveTo>
                  <a:pt x="4801974" y="0"/>
                </a:moveTo>
                <a:lnTo>
                  <a:pt x="7708490" y="0"/>
                </a:lnTo>
                <a:lnTo>
                  <a:pt x="7708490" y="1742174"/>
                </a:lnTo>
                <a:lnTo>
                  <a:pt x="7638447" y="1638466"/>
                </a:lnTo>
                <a:cubicBezTo>
                  <a:pt x="7053878" y="819413"/>
                  <a:pt x="6086129" y="220496"/>
                  <a:pt x="4947029" y="2205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1026" name="Picture 2" descr="Live Instructor-Led Automating Administration with Windows PowerShell  Training (AZ-040T00) - Hands-on Interactive Course">
            <a:extLst>
              <a:ext uri="{FF2B5EF4-FFF2-40B4-BE49-F238E27FC236}">
                <a16:creationId xmlns:a16="http://schemas.microsoft.com/office/drawing/2014/main" id="{17D8947D-A15F-5E33-8929-CC1566B30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2061" y="1857372"/>
            <a:ext cx="2733675" cy="273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1950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8A761-5995-3AF9-2C20-B6ABCF2B5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1160A-A62A-7C78-C995-F5BCD2AE3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3892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Rajendra Pandit</dc:creator>
  <cp:lastModifiedBy>Rajendra Pandit</cp:lastModifiedBy>
  <cp:revision>2</cp:revision>
  <dcterms:created xsi:type="dcterms:W3CDTF">2023-06-05T19:11:47Z</dcterms:created>
  <dcterms:modified xsi:type="dcterms:W3CDTF">2023-06-06T04:45:26Z</dcterms:modified>
</cp:coreProperties>
</file>