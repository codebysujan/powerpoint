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90" r:id="rId3"/>
    <p:sldId id="292" r:id="rId4"/>
    <p:sldId id="293" r:id="rId5"/>
    <p:sldId id="294" r:id="rId6"/>
    <p:sldId id="295" r:id="rId7"/>
    <p:sldId id="296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5FF4"/>
    <a:srgbClr val="9559F3"/>
    <a:srgbClr val="68C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55C4FA-07D5-4665-B072-46CAC8CD6804}">
  <a:tblStyle styleId="{3C55C4FA-07D5-4665-B072-46CAC8CD68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3" d="100"/>
          <a:sy n="73" d="100"/>
        </p:scale>
        <p:origin x="129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7384c0e568c9b205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7384c0e568c9b205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0713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4554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4472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9086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1705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7827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09600" y="1150825"/>
            <a:ext cx="4252200" cy="239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09600" y="3546275"/>
            <a:ext cx="4252200" cy="4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14775" y="292625"/>
            <a:ext cx="8114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SemiBold"/>
              <a:buNone/>
              <a:defRPr sz="2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4775" y="1152475"/>
            <a:ext cx="8114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ctrTitle"/>
          </p:nvPr>
        </p:nvSpPr>
        <p:spPr>
          <a:xfrm>
            <a:off x="106302" y="871283"/>
            <a:ext cx="4883329" cy="291571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sz="4000" b="1" dirty="0" smtClean="0">
                <a:solidFill>
                  <a:srgbClr val="FF0000"/>
                </a:solidFill>
              </a:rPr>
              <a:t>“</a:t>
            </a:r>
            <a:r>
              <a:rPr lang="pt-BR" sz="4000" b="1" dirty="0" smtClean="0"/>
              <a:t>Tarefas </a:t>
            </a:r>
            <a:r>
              <a:rPr lang="pt-BR" sz="4000" b="1" dirty="0"/>
              <a:t>de </a:t>
            </a:r>
            <a:r>
              <a:rPr lang="pt-BR" sz="4000" b="1" dirty="0" smtClean="0"/>
              <a:t>Administração </a:t>
            </a:r>
            <a:r>
              <a:rPr lang="pt-BR" sz="4000" b="1" dirty="0"/>
              <a:t>de S</a:t>
            </a:r>
            <a:r>
              <a:rPr lang="pt-BR" sz="4000" b="1" dirty="0" smtClean="0"/>
              <a:t>istemas Operativos</a:t>
            </a:r>
            <a:r>
              <a:rPr lang="pt-BR" sz="4000" b="1" dirty="0" smtClean="0">
                <a:solidFill>
                  <a:srgbClr val="FF0000"/>
                </a:solidFill>
              </a:rPr>
              <a:t>”</a:t>
            </a:r>
            <a:endParaRPr sz="4000" b="1" dirty="0">
              <a:solidFill>
                <a:srgbClr val="FF0000"/>
              </a:solidFill>
              <a:latin typeface="+mj-lt"/>
            </a:endParaRPr>
          </a:p>
        </p:txBody>
      </p:sp>
      <p:grpSp>
        <p:nvGrpSpPr>
          <p:cNvPr id="61" name="Google Shape;61;p15"/>
          <p:cNvGrpSpPr/>
          <p:nvPr/>
        </p:nvGrpSpPr>
        <p:grpSpPr>
          <a:xfrm>
            <a:off x="5393933" y="502430"/>
            <a:ext cx="3194739" cy="4103949"/>
            <a:chOff x="2616388" y="1504175"/>
            <a:chExt cx="2082425" cy="2675075"/>
          </a:xfrm>
        </p:grpSpPr>
        <p:sp>
          <p:nvSpPr>
            <p:cNvPr id="62" name="Google Shape;62;p15"/>
            <p:cNvSpPr/>
            <p:nvPr/>
          </p:nvSpPr>
          <p:spPr>
            <a:xfrm>
              <a:off x="2616688" y="3345475"/>
              <a:ext cx="1897575" cy="833775"/>
            </a:xfrm>
            <a:custGeom>
              <a:avLst/>
              <a:gdLst/>
              <a:ahLst/>
              <a:cxnLst/>
              <a:rect l="l" t="t" r="r" b="b"/>
              <a:pathLst>
                <a:path w="75903" h="33351" extrusionOk="0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2616388" y="3057550"/>
              <a:ext cx="1897875" cy="1095775"/>
            </a:xfrm>
            <a:custGeom>
              <a:avLst/>
              <a:gdLst/>
              <a:ahLst/>
              <a:cxnLst/>
              <a:rect l="l" t="t" r="r" b="b"/>
              <a:pathLst>
                <a:path w="75915" h="43831" extrusionOk="0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2643763" y="3070150"/>
              <a:ext cx="1853825" cy="1070400"/>
            </a:xfrm>
            <a:custGeom>
              <a:avLst/>
              <a:gdLst/>
              <a:ahLst/>
              <a:cxnLst/>
              <a:rect l="l" t="t" r="r" b="b"/>
              <a:pathLst>
                <a:path w="74153" h="42816" extrusionOk="0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" name="Google Shape;65;p15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66" name="Google Shape;66;p15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9" extrusionOk="0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8" extrusionOk="0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33" h="3163" extrusionOk="0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3" extrusionOk="0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32" h="3168" extrusionOk="0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15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73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2" extrusionOk="0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2" extrusionOk="0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7" extrusionOk="0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4585" extrusionOk="0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avLst/>
                <a:gdLst/>
                <a:ahLst/>
                <a:cxnLst/>
                <a:rect l="l" t="t" r="r" b="b"/>
                <a:pathLst>
                  <a:path w="8693" h="4962" extrusionOk="0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6" extrusionOk="0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avLst/>
                <a:gdLst/>
                <a:ahLst/>
                <a:cxnLst/>
                <a:rect l="l" t="t" r="r" b="b"/>
                <a:pathLst>
                  <a:path w="8038" h="4581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avLst/>
                <a:gdLst/>
                <a:ahLst/>
                <a:cxnLst/>
                <a:rect l="l" t="t" r="r" b="b"/>
                <a:pathLst>
                  <a:path w="8692" h="4959" extrusionOk="0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9" extrusionOk="0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3" extrusionOk="0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0" extrusionOk="0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6" extrusionOk="0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4" extrusionOk="0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36" extrusionOk="0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6" extrusionOk="0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5" extrusionOk="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3" h="2791" extrusionOk="0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5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7" extrusionOk="0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2" extrusionOk="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3" extrusionOk="0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3" extrusionOk="0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8" extrusionOk="0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avLst/>
                <a:gdLst/>
                <a:ahLst/>
                <a:cxnLst/>
                <a:rect l="l" t="t" r="r" b="b"/>
                <a:pathLst>
                  <a:path w="28016" h="16132" extrusionOk="0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2" name="Google Shape;122;p15"/>
            <p:cNvSpPr/>
            <p:nvPr/>
          </p:nvSpPr>
          <p:spPr>
            <a:xfrm>
              <a:off x="3548638" y="2988300"/>
              <a:ext cx="838525" cy="489075"/>
            </a:xfrm>
            <a:custGeom>
              <a:avLst/>
              <a:gdLst/>
              <a:ahLst/>
              <a:cxnLst/>
              <a:rect l="l" t="t" r="r" b="b"/>
              <a:pathLst>
                <a:path w="33541" h="19563" extrusionOk="0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3548638" y="2968000"/>
              <a:ext cx="838525" cy="484075"/>
            </a:xfrm>
            <a:custGeom>
              <a:avLst/>
              <a:gdLst/>
              <a:ahLst/>
              <a:cxnLst/>
              <a:rect l="l" t="t" r="r" b="b"/>
              <a:pathLst>
                <a:path w="33541" h="19363" extrusionOk="0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3760888" y="2885900"/>
              <a:ext cx="414350" cy="444425"/>
            </a:xfrm>
            <a:custGeom>
              <a:avLst/>
              <a:gdLst/>
              <a:ahLst/>
              <a:cxnLst/>
              <a:rect l="l" t="t" r="r" b="b"/>
              <a:pathLst>
                <a:path w="16574" h="17777" extrusionOk="0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3759688" y="2873400"/>
              <a:ext cx="415550" cy="239350"/>
            </a:xfrm>
            <a:custGeom>
              <a:avLst/>
              <a:gdLst/>
              <a:ahLst/>
              <a:cxnLst/>
              <a:rect l="l" t="t" r="r" b="b"/>
              <a:pathLst>
                <a:path w="16622" h="9574" extrusionOk="0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3248613" y="1504175"/>
              <a:ext cx="1450200" cy="1892225"/>
            </a:xfrm>
            <a:custGeom>
              <a:avLst/>
              <a:gdLst/>
              <a:ahLst/>
              <a:cxnLst/>
              <a:rect l="l" t="t" r="r" b="b"/>
              <a:pathLst>
                <a:path w="58008" h="75689" extrusionOk="0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3237288" y="1535150"/>
              <a:ext cx="1408250" cy="1864225"/>
            </a:xfrm>
            <a:custGeom>
              <a:avLst/>
              <a:gdLst/>
              <a:ahLst/>
              <a:cxnLst/>
              <a:rect l="l" t="t" r="r" b="b"/>
              <a:pathLst>
                <a:path w="56330" h="74569" extrusionOk="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3266763" y="1573550"/>
              <a:ext cx="1349000" cy="1787150"/>
            </a:xfrm>
            <a:custGeom>
              <a:avLst/>
              <a:gdLst/>
              <a:ahLst/>
              <a:cxnLst/>
              <a:rect l="l" t="t" r="r" b="b"/>
              <a:pathLst>
                <a:path w="53960" h="71486" extrusionOk="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99" y="243650"/>
            <a:ext cx="1924360" cy="517559"/>
          </a:xfrm>
          <a:prstGeom prst="rect">
            <a:avLst/>
          </a:prstGeom>
        </p:spPr>
      </p:pic>
      <p:sp>
        <p:nvSpPr>
          <p:cNvPr id="186" name="Google Shape;196;p16"/>
          <p:cNvSpPr txBox="1"/>
          <p:nvPr/>
        </p:nvSpPr>
        <p:spPr>
          <a:xfrm>
            <a:off x="1395478" y="3802141"/>
            <a:ext cx="21804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smtClean="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Rajendra Pandit</a:t>
            </a:r>
            <a:endParaRPr sz="1800" dirty="0">
              <a:solidFill>
                <a:schemeClr val="accen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2679" y="3661500"/>
            <a:ext cx="2929253" cy="46024"/>
          </a:xfrm>
          <a:prstGeom prst="rect">
            <a:avLst/>
          </a:prstGeom>
          <a:solidFill>
            <a:srgbClr val="965FF4"/>
          </a:solidFill>
          <a:ln>
            <a:solidFill>
              <a:srgbClr val="965F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492;p18"/>
          <p:cNvGrpSpPr/>
          <p:nvPr/>
        </p:nvGrpSpPr>
        <p:grpSpPr>
          <a:xfrm>
            <a:off x="2482094" y="1257952"/>
            <a:ext cx="2032549" cy="3383822"/>
            <a:chOff x="2482094" y="1257952"/>
            <a:chExt cx="2032549" cy="3383822"/>
          </a:xfrm>
        </p:grpSpPr>
        <p:sp>
          <p:nvSpPr>
            <p:cNvPr id="3" name="Google Shape;493;p18"/>
            <p:cNvSpPr/>
            <p:nvPr/>
          </p:nvSpPr>
          <p:spPr>
            <a:xfrm>
              <a:off x="2493112" y="1257952"/>
              <a:ext cx="1501875" cy="3376073"/>
            </a:xfrm>
            <a:custGeom>
              <a:avLst/>
              <a:gdLst/>
              <a:ahLst/>
              <a:cxnLst/>
              <a:rect l="l" t="t" r="r" b="b"/>
              <a:pathLst>
                <a:path w="60075" h="120224" extrusionOk="0">
                  <a:moveTo>
                    <a:pt x="0" y="20512"/>
                  </a:moveTo>
                  <a:lnTo>
                    <a:pt x="31461" y="0"/>
                  </a:lnTo>
                  <a:lnTo>
                    <a:pt x="60075" y="0"/>
                  </a:lnTo>
                  <a:lnTo>
                    <a:pt x="60075" y="120224"/>
                  </a:lnTo>
                </a:path>
              </a:pathLst>
            </a:cu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4" name="Google Shape;494;p18"/>
            <p:cNvCxnSpPr/>
            <p:nvPr/>
          </p:nvCxnSpPr>
          <p:spPr>
            <a:xfrm rot="10800000">
              <a:off x="4001343" y="1442212"/>
              <a:ext cx="5133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Google Shape;497;p18"/>
            <p:cNvCxnSpPr/>
            <p:nvPr/>
          </p:nvCxnSpPr>
          <p:spPr>
            <a:xfrm rot="10800000">
              <a:off x="3957843" y="4634026"/>
              <a:ext cx="5568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" name="Google Shape;498;p18"/>
            <p:cNvSpPr/>
            <p:nvPr/>
          </p:nvSpPr>
          <p:spPr>
            <a:xfrm>
              <a:off x="2482094" y="1265701"/>
              <a:ext cx="1501875" cy="3376073"/>
            </a:xfrm>
            <a:custGeom>
              <a:avLst/>
              <a:gdLst/>
              <a:ahLst/>
              <a:cxnLst/>
              <a:rect l="l" t="t" r="r" b="b"/>
              <a:pathLst>
                <a:path w="60075" h="120224" extrusionOk="0">
                  <a:moveTo>
                    <a:pt x="0" y="20512"/>
                  </a:moveTo>
                  <a:lnTo>
                    <a:pt x="31461" y="0"/>
                  </a:lnTo>
                  <a:lnTo>
                    <a:pt x="60075" y="0"/>
                  </a:lnTo>
                  <a:lnTo>
                    <a:pt x="60075" y="120224"/>
                  </a:lnTo>
                </a:path>
              </a:pathLst>
            </a:cu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9" name="Google Shape;499;p18"/>
            <p:cNvCxnSpPr/>
            <p:nvPr/>
          </p:nvCxnSpPr>
          <p:spPr>
            <a:xfrm rot="10800000">
              <a:off x="4001343" y="1442212"/>
              <a:ext cx="5133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502;p18"/>
            <p:cNvCxnSpPr/>
            <p:nvPr/>
          </p:nvCxnSpPr>
          <p:spPr>
            <a:xfrm rot="10800000">
              <a:off x="3957842" y="4634026"/>
              <a:ext cx="5328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" name="Google Shape;504;p18"/>
          <p:cNvGrpSpPr/>
          <p:nvPr/>
        </p:nvGrpSpPr>
        <p:grpSpPr>
          <a:xfrm>
            <a:off x="872982" y="1250203"/>
            <a:ext cx="2430606" cy="3122348"/>
            <a:chOff x="2616388" y="1504175"/>
            <a:chExt cx="2082425" cy="2675075"/>
          </a:xfrm>
        </p:grpSpPr>
        <p:sp>
          <p:nvSpPr>
            <p:cNvPr id="14" name="Google Shape;505;p18"/>
            <p:cNvSpPr/>
            <p:nvPr/>
          </p:nvSpPr>
          <p:spPr>
            <a:xfrm>
              <a:off x="2616688" y="3345475"/>
              <a:ext cx="1897575" cy="833775"/>
            </a:xfrm>
            <a:custGeom>
              <a:avLst/>
              <a:gdLst/>
              <a:ahLst/>
              <a:cxnLst/>
              <a:rect l="l" t="t" r="r" b="b"/>
              <a:pathLst>
                <a:path w="75903" h="33351" extrusionOk="0">
                  <a:moveTo>
                    <a:pt x="0" y="1"/>
                  </a:moveTo>
                  <a:lnTo>
                    <a:pt x="0" y="989"/>
                  </a:lnTo>
                  <a:cubicBezTo>
                    <a:pt x="0" y="1108"/>
                    <a:pt x="72" y="1215"/>
                    <a:pt x="191" y="1275"/>
                  </a:cubicBezTo>
                  <a:lnTo>
                    <a:pt x="55472" y="33195"/>
                  </a:lnTo>
                  <a:cubicBezTo>
                    <a:pt x="55829" y="33350"/>
                    <a:pt x="56246" y="33338"/>
                    <a:pt x="56591" y="33148"/>
                  </a:cubicBezTo>
                  <a:lnTo>
                    <a:pt x="75629" y="22158"/>
                  </a:lnTo>
                  <a:cubicBezTo>
                    <a:pt x="75784" y="22087"/>
                    <a:pt x="75879" y="21944"/>
                    <a:pt x="75903" y="21789"/>
                  </a:cubicBezTo>
                  <a:lnTo>
                    <a:pt x="75903" y="2080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06;p18"/>
            <p:cNvSpPr/>
            <p:nvPr/>
          </p:nvSpPr>
          <p:spPr>
            <a:xfrm>
              <a:off x="2616388" y="3057550"/>
              <a:ext cx="1897875" cy="1095775"/>
            </a:xfrm>
            <a:custGeom>
              <a:avLst/>
              <a:gdLst/>
              <a:ahLst/>
              <a:cxnLst/>
              <a:rect l="l" t="t" r="r" b="b"/>
              <a:pathLst>
                <a:path w="75915" h="43831" extrusionOk="0">
                  <a:moveTo>
                    <a:pt x="19950" y="0"/>
                  </a:moveTo>
                  <a:cubicBezTo>
                    <a:pt x="19729" y="0"/>
                    <a:pt x="19496" y="55"/>
                    <a:pt x="19312" y="159"/>
                  </a:cubicBezTo>
                  <a:lnTo>
                    <a:pt x="274" y="11149"/>
                  </a:lnTo>
                  <a:cubicBezTo>
                    <a:pt x="120" y="11220"/>
                    <a:pt x="24" y="11351"/>
                    <a:pt x="0" y="11518"/>
                  </a:cubicBezTo>
                  <a:cubicBezTo>
                    <a:pt x="12" y="11637"/>
                    <a:pt x="84" y="11744"/>
                    <a:pt x="191" y="11804"/>
                  </a:cubicBezTo>
                  <a:lnTo>
                    <a:pt x="55484" y="43724"/>
                  </a:lnTo>
                  <a:cubicBezTo>
                    <a:pt x="55647" y="43795"/>
                    <a:pt x="55822" y="43831"/>
                    <a:pt x="55998" y="43831"/>
                  </a:cubicBezTo>
                  <a:cubicBezTo>
                    <a:pt x="56207" y="43831"/>
                    <a:pt x="56415" y="43780"/>
                    <a:pt x="56603" y="43677"/>
                  </a:cubicBezTo>
                  <a:lnTo>
                    <a:pt x="75641" y="32687"/>
                  </a:lnTo>
                  <a:cubicBezTo>
                    <a:pt x="75796" y="32616"/>
                    <a:pt x="75891" y="32485"/>
                    <a:pt x="75915" y="32318"/>
                  </a:cubicBezTo>
                  <a:cubicBezTo>
                    <a:pt x="75903" y="32199"/>
                    <a:pt x="75831" y="32080"/>
                    <a:pt x="75724" y="32032"/>
                  </a:cubicBezTo>
                  <a:lnTo>
                    <a:pt x="20432" y="112"/>
                  </a:lnTo>
                  <a:cubicBezTo>
                    <a:pt x="20303" y="37"/>
                    <a:pt x="20131" y="0"/>
                    <a:pt x="19950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07;p18"/>
            <p:cNvSpPr/>
            <p:nvPr/>
          </p:nvSpPr>
          <p:spPr>
            <a:xfrm>
              <a:off x="2643763" y="3070150"/>
              <a:ext cx="1853825" cy="1070400"/>
            </a:xfrm>
            <a:custGeom>
              <a:avLst/>
              <a:gdLst/>
              <a:ahLst/>
              <a:cxnLst/>
              <a:rect l="l" t="t" r="r" b="b"/>
              <a:pathLst>
                <a:path w="74153" h="42816" extrusionOk="0">
                  <a:moveTo>
                    <a:pt x="54841" y="42732"/>
                  </a:moveTo>
                  <a:lnTo>
                    <a:pt x="156" y="11157"/>
                  </a:lnTo>
                  <a:cubicBezTo>
                    <a:pt x="1" y="11073"/>
                    <a:pt x="25" y="10931"/>
                    <a:pt x="191" y="10823"/>
                  </a:cubicBezTo>
                  <a:lnTo>
                    <a:pt x="18741" y="108"/>
                  </a:lnTo>
                  <a:cubicBezTo>
                    <a:pt x="18920" y="13"/>
                    <a:pt x="19134" y="1"/>
                    <a:pt x="19313" y="84"/>
                  </a:cubicBezTo>
                  <a:lnTo>
                    <a:pt x="74010" y="31671"/>
                  </a:lnTo>
                  <a:cubicBezTo>
                    <a:pt x="74153" y="31755"/>
                    <a:pt x="74129" y="31897"/>
                    <a:pt x="73962" y="31993"/>
                  </a:cubicBezTo>
                  <a:lnTo>
                    <a:pt x="55413" y="42708"/>
                  </a:lnTo>
                  <a:cubicBezTo>
                    <a:pt x="55234" y="42815"/>
                    <a:pt x="55020" y="42815"/>
                    <a:pt x="54841" y="4273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" name="Google Shape;508;p18"/>
            <p:cNvGrpSpPr/>
            <p:nvPr/>
          </p:nvGrpSpPr>
          <p:grpSpPr>
            <a:xfrm>
              <a:off x="2723238" y="3123575"/>
              <a:ext cx="1675550" cy="965475"/>
              <a:chOff x="2723238" y="3123575"/>
              <a:chExt cx="1675550" cy="965475"/>
            </a:xfrm>
          </p:grpSpPr>
          <p:sp>
            <p:nvSpPr>
              <p:cNvPr id="25" name="Google Shape;509;p18"/>
              <p:cNvSpPr/>
              <p:nvPr/>
            </p:nvSpPr>
            <p:spPr>
              <a:xfrm>
                <a:off x="3065263" y="3123575"/>
                <a:ext cx="14110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9" extrusionOk="0">
                    <a:moveTo>
                      <a:pt x="2190" y="0"/>
                    </a:moveTo>
                    <a:cubicBezTo>
                      <a:pt x="2018" y="0"/>
                      <a:pt x="1846" y="42"/>
                      <a:pt x="1691" y="126"/>
                    </a:cubicBezTo>
                    <a:lnTo>
                      <a:pt x="310" y="924"/>
                    </a:lnTo>
                    <a:cubicBezTo>
                      <a:pt x="36" y="1090"/>
                      <a:pt x="0" y="1328"/>
                      <a:pt x="238" y="1459"/>
                    </a:cubicBezTo>
                    <a:lnTo>
                      <a:pt x="3036" y="3079"/>
                    </a:lnTo>
                    <a:cubicBezTo>
                      <a:pt x="3173" y="3139"/>
                      <a:pt x="3317" y="3169"/>
                      <a:pt x="3460" y="3169"/>
                    </a:cubicBezTo>
                    <a:cubicBezTo>
                      <a:pt x="3629" y="3169"/>
                      <a:pt x="3798" y="3127"/>
                      <a:pt x="3953" y="3043"/>
                    </a:cubicBezTo>
                    <a:lnTo>
                      <a:pt x="5346" y="2233"/>
                    </a:lnTo>
                    <a:cubicBezTo>
                      <a:pt x="5620" y="2067"/>
                      <a:pt x="5644" y="1828"/>
                      <a:pt x="5406" y="1697"/>
                    </a:cubicBezTo>
                    <a:lnTo>
                      <a:pt x="2619" y="90"/>
                    </a:lnTo>
                    <a:cubicBezTo>
                      <a:pt x="2483" y="30"/>
                      <a:pt x="2337" y="0"/>
                      <a:pt x="219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510;p18"/>
              <p:cNvSpPr/>
              <p:nvPr/>
            </p:nvSpPr>
            <p:spPr>
              <a:xfrm>
                <a:off x="3197713" y="3200100"/>
                <a:ext cx="1411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8" extrusionOk="0">
                    <a:moveTo>
                      <a:pt x="2199" y="0"/>
                    </a:moveTo>
                    <a:cubicBezTo>
                      <a:pt x="2023" y="0"/>
                      <a:pt x="1848" y="45"/>
                      <a:pt x="1691" y="137"/>
                    </a:cubicBezTo>
                    <a:lnTo>
                      <a:pt x="310" y="934"/>
                    </a:lnTo>
                    <a:cubicBezTo>
                      <a:pt x="36" y="1089"/>
                      <a:pt x="0" y="1327"/>
                      <a:pt x="239" y="1470"/>
                    </a:cubicBezTo>
                    <a:lnTo>
                      <a:pt x="3036" y="3077"/>
                    </a:lnTo>
                    <a:cubicBezTo>
                      <a:pt x="3173" y="3137"/>
                      <a:pt x="3317" y="3167"/>
                      <a:pt x="3460" y="3167"/>
                    </a:cubicBezTo>
                    <a:cubicBezTo>
                      <a:pt x="3630" y="3167"/>
                      <a:pt x="3798" y="3126"/>
                      <a:pt x="3953" y="3042"/>
                    </a:cubicBezTo>
                    <a:lnTo>
                      <a:pt x="5346" y="2244"/>
                    </a:lnTo>
                    <a:cubicBezTo>
                      <a:pt x="5620" y="2077"/>
                      <a:pt x="5644" y="1839"/>
                      <a:pt x="5406" y="1708"/>
                    </a:cubicBezTo>
                    <a:lnTo>
                      <a:pt x="2620" y="89"/>
                    </a:lnTo>
                    <a:cubicBezTo>
                      <a:pt x="2486" y="30"/>
                      <a:pt x="2342" y="0"/>
                      <a:pt x="21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511;p18"/>
              <p:cNvSpPr/>
              <p:nvPr/>
            </p:nvSpPr>
            <p:spPr>
              <a:xfrm>
                <a:off x="3330463" y="3276550"/>
                <a:ext cx="1408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33" h="3163" extrusionOk="0">
                    <a:moveTo>
                      <a:pt x="2179" y="1"/>
                    </a:moveTo>
                    <a:cubicBezTo>
                      <a:pt x="2006" y="1"/>
                      <a:pt x="1834" y="43"/>
                      <a:pt x="1679" y="127"/>
                    </a:cubicBezTo>
                    <a:lnTo>
                      <a:pt x="298" y="924"/>
                    </a:lnTo>
                    <a:cubicBezTo>
                      <a:pt x="24" y="1091"/>
                      <a:pt x="1" y="1329"/>
                      <a:pt x="227" y="1460"/>
                    </a:cubicBezTo>
                    <a:lnTo>
                      <a:pt x="3025" y="3067"/>
                    </a:lnTo>
                    <a:cubicBezTo>
                      <a:pt x="3159" y="3132"/>
                      <a:pt x="3300" y="3162"/>
                      <a:pt x="3441" y="3162"/>
                    </a:cubicBezTo>
                    <a:cubicBezTo>
                      <a:pt x="3613" y="3162"/>
                      <a:pt x="3784" y="3117"/>
                      <a:pt x="3942" y="3032"/>
                    </a:cubicBezTo>
                    <a:lnTo>
                      <a:pt x="5335" y="2234"/>
                    </a:lnTo>
                    <a:cubicBezTo>
                      <a:pt x="5608" y="2079"/>
                      <a:pt x="5632" y="1841"/>
                      <a:pt x="5394" y="1698"/>
                    </a:cubicBezTo>
                    <a:lnTo>
                      <a:pt x="2608" y="91"/>
                    </a:lnTo>
                    <a:cubicBezTo>
                      <a:pt x="2472" y="31"/>
                      <a:pt x="2325" y="1"/>
                      <a:pt x="217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512;p18"/>
              <p:cNvSpPr/>
              <p:nvPr/>
            </p:nvSpPr>
            <p:spPr>
              <a:xfrm>
                <a:off x="3462613" y="3353050"/>
                <a:ext cx="141125" cy="790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3" extrusionOk="0">
                    <a:moveTo>
                      <a:pt x="2191" y="1"/>
                    </a:moveTo>
                    <a:cubicBezTo>
                      <a:pt x="2019" y="1"/>
                      <a:pt x="1846" y="43"/>
                      <a:pt x="1692" y="127"/>
                    </a:cubicBezTo>
                    <a:lnTo>
                      <a:pt x="311" y="924"/>
                    </a:lnTo>
                    <a:cubicBezTo>
                      <a:pt x="37" y="1091"/>
                      <a:pt x="1" y="1329"/>
                      <a:pt x="239" y="1460"/>
                    </a:cubicBezTo>
                    <a:lnTo>
                      <a:pt x="3037" y="3067"/>
                    </a:lnTo>
                    <a:cubicBezTo>
                      <a:pt x="3171" y="3132"/>
                      <a:pt x="3315" y="3162"/>
                      <a:pt x="3458" y="3162"/>
                    </a:cubicBezTo>
                    <a:cubicBezTo>
                      <a:pt x="3634" y="3162"/>
                      <a:pt x="3809" y="3117"/>
                      <a:pt x="3966" y="3032"/>
                    </a:cubicBezTo>
                    <a:lnTo>
                      <a:pt x="5347" y="2234"/>
                    </a:lnTo>
                    <a:cubicBezTo>
                      <a:pt x="5609" y="2079"/>
                      <a:pt x="5645" y="1841"/>
                      <a:pt x="5406" y="1698"/>
                    </a:cubicBezTo>
                    <a:lnTo>
                      <a:pt x="2620" y="91"/>
                    </a:lnTo>
                    <a:cubicBezTo>
                      <a:pt x="2484" y="31"/>
                      <a:pt x="2337" y="1"/>
                      <a:pt x="219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513;p18"/>
              <p:cNvSpPr/>
              <p:nvPr/>
            </p:nvSpPr>
            <p:spPr>
              <a:xfrm>
                <a:off x="3595388" y="3429425"/>
                <a:ext cx="14080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632" h="3168" extrusionOk="0">
                    <a:moveTo>
                      <a:pt x="2187" y="1"/>
                    </a:moveTo>
                    <a:cubicBezTo>
                      <a:pt x="2013" y="1"/>
                      <a:pt x="1841" y="46"/>
                      <a:pt x="1691" y="131"/>
                    </a:cubicBezTo>
                    <a:lnTo>
                      <a:pt x="298" y="929"/>
                    </a:lnTo>
                    <a:cubicBezTo>
                      <a:pt x="24" y="1096"/>
                      <a:pt x="0" y="1334"/>
                      <a:pt x="238" y="1465"/>
                    </a:cubicBezTo>
                    <a:lnTo>
                      <a:pt x="3024" y="3072"/>
                    </a:lnTo>
                    <a:cubicBezTo>
                      <a:pt x="3158" y="3137"/>
                      <a:pt x="3302" y="3167"/>
                      <a:pt x="3446" y="3167"/>
                    </a:cubicBezTo>
                    <a:cubicBezTo>
                      <a:pt x="3621" y="3167"/>
                      <a:pt x="3796" y="3122"/>
                      <a:pt x="3953" y="3037"/>
                    </a:cubicBezTo>
                    <a:lnTo>
                      <a:pt x="5334" y="2239"/>
                    </a:lnTo>
                    <a:cubicBezTo>
                      <a:pt x="5608" y="2084"/>
                      <a:pt x="5632" y="1846"/>
                      <a:pt x="5406" y="1703"/>
                    </a:cubicBezTo>
                    <a:lnTo>
                      <a:pt x="2608" y="96"/>
                    </a:lnTo>
                    <a:cubicBezTo>
                      <a:pt x="2474" y="31"/>
                      <a:pt x="2330" y="1"/>
                      <a:pt x="21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514;p18"/>
              <p:cNvSpPr/>
              <p:nvPr/>
            </p:nvSpPr>
            <p:spPr>
              <a:xfrm>
                <a:off x="3727838" y="3505775"/>
                <a:ext cx="141100" cy="79325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73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7"/>
                    </a:cubicBezTo>
                    <a:lnTo>
                      <a:pt x="298" y="935"/>
                    </a:lnTo>
                    <a:cubicBezTo>
                      <a:pt x="24" y="1090"/>
                      <a:pt x="0" y="1328"/>
                      <a:pt x="239" y="1471"/>
                    </a:cubicBezTo>
                    <a:lnTo>
                      <a:pt x="3025" y="3078"/>
                    </a:lnTo>
                    <a:cubicBezTo>
                      <a:pt x="3159" y="3142"/>
                      <a:pt x="3302" y="3173"/>
                      <a:pt x="3446" y="3173"/>
                    </a:cubicBezTo>
                    <a:cubicBezTo>
                      <a:pt x="3621" y="3173"/>
                      <a:pt x="3796" y="3128"/>
                      <a:pt x="3953" y="3042"/>
                    </a:cubicBezTo>
                    <a:lnTo>
                      <a:pt x="5334" y="2245"/>
                    </a:lnTo>
                    <a:cubicBezTo>
                      <a:pt x="5608" y="2090"/>
                      <a:pt x="5644" y="1852"/>
                      <a:pt x="5406" y="1709"/>
                    </a:cubicBezTo>
                    <a:lnTo>
                      <a:pt x="2608" y="90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515;p18"/>
              <p:cNvSpPr/>
              <p:nvPr/>
            </p:nvSpPr>
            <p:spPr>
              <a:xfrm>
                <a:off x="3860288" y="35824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88" y="1"/>
                    </a:moveTo>
                    <a:cubicBezTo>
                      <a:pt x="2014" y="1"/>
                      <a:pt x="1842" y="46"/>
                      <a:pt x="1691" y="131"/>
                    </a:cubicBezTo>
                    <a:lnTo>
                      <a:pt x="298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1" y="3167"/>
                      <a:pt x="3796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4" y="1846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0" y="1"/>
                      <a:pt x="21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516;p18"/>
              <p:cNvSpPr/>
              <p:nvPr/>
            </p:nvSpPr>
            <p:spPr>
              <a:xfrm>
                <a:off x="3992738" y="3658925"/>
                <a:ext cx="141125" cy="79175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7" extrusionOk="0">
                    <a:moveTo>
                      <a:pt x="2192" y="1"/>
                    </a:moveTo>
                    <a:cubicBezTo>
                      <a:pt x="2020" y="1"/>
                      <a:pt x="1849" y="46"/>
                      <a:pt x="1692" y="131"/>
                    </a:cubicBezTo>
                    <a:lnTo>
                      <a:pt x="299" y="929"/>
                    </a:lnTo>
                    <a:cubicBezTo>
                      <a:pt x="25" y="1084"/>
                      <a:pt x="1" y="1322"/>
                      <a:pt x="239" y="1465"/>
                    </a:cubicBezTo>
                    <a:lnTo>
                      <a:pt x="3025" y="3072"/>
                    </a:lnTo>
                    <a:cubicBezTo>
                      <a:pt x="3159" y="3136"/>
                      <a:pt x="3303" y="3167"/>
                      <a:pt x="3446" y="3167"/>
                    </a:cubicBezTo>
                    <a:cubicBezTo>
                      <a:pt x="3622" y="3167"/>
                      <a:pt x="3797" y="3121"/>
                      <a:pt x="3954" y="3036"/>
                    </a:cubicBezTo>
                    <a:lnTo>
                      <a:pt x="5335" y="2239"/>
                    </a:lnTo>
                    <a:cubicBezTo>
                      <a:pt x="5609" y="2084"/>
                      <a:pt x="5645" y="1834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1"/>
                      <a:pt x="21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517;p18"/>
              <p:cNvSpPr/>
              <p:nvPr/>
            </p:nvSpPr>
            <p:spPr>
              <a:xfrm>
                <a:off x="4125213" y="3735425"/>
                <a:ext cx="141100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4" h="3162" extrusionOk="0">
                    <a:moveTo>
                      <a:pt x="2192" y="0"/>
                    </a:moveTo>
                    <a:cubicBezTo>
                      <a:pt x="2019" y="0"/>
                      <a:pt x="1848" y="46"/>
                      <a:pt x="1691" y="131"/>
                    </a:cubicBezTo>
                    <a:lnTo>
                      <a:pt x="298" y="929"/>
                    </a:lnTo>
                    <a:cubicBezTo>
                      <a:pt x="36" y="1084"/>
                      <a:pt x="0" y="1322"/>
                      <a:pt x="238" y="1464"/>
                    </a:cubicBezTo>
                    <a:lnTo>
                      <a:pt x="3024" y="3072"/>
                    </a:lnTo>
                    <a:cubicBezTo>
                      <a:pt x="3161" y="3132"/>
                      <a:pt x="3307" y="3162"/>
                      <a:pt x="3453" y="3162"/>
                    </a:cubicBezTo>
                    <a:cubicBezTo>
                      <a:pt x="3626" y="3162"/>
                      <a:pt x="3798" y="3120"/>
                      <a:pt x="3953" y="3036"/>
                    </a:cubicBezTo>
                    <a:lnTo>
                      <a:pt x="5334" y="2238"/>
                    </a:lnTo>
                    <a:cubicBezTo>
                      <a:pt x="5608" y="2084"/>
                      <a:pt x="5644" y="1845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2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518;p18"/>
              <p:cNvSpPr/>
              <p:nvPr/>
            </p:nvSpPr>
            <p:spPr>
              <a:xfrm>
                <a:off x="4257663" y="3811925"/>
                <a:ext cx="141125" cy="79050"/>
              </a:xfrm>
              <a:custGeom>
                <a:avLst/>
                <a:gdLst/>
                <a:ahLst/>
                <a:cxnLst/>
                <a:rect l="l" t="t" r="r" b="b"/>
                <a:pathLst>
                  <a:path w="5645" h="3162" extrusionOk="0">
                    <a:moveTo>
                      <a:pt x="2192" y="0"/>
                    </a:moveTo>
                    <a:cubicBezTo>
                      <a:pt x="2020" y="0"/>
                      <a:pt x="1848" y="46"/>
                      <a:pt x="1691" y="131"/>
                    </a:cubicBezTo>
                    <a:lnTo>
                      <a:pt x="310" y="929"/>
                    </a:lnTo>
                    <a:cubicBezTo>
                      <a:pt x="36" y="1083"/>
                      <a:pt x="1" y="1322"/>
                      <a:pt x="239" y="1464"/>
                    </a:cubicBezTo>
                    <a:lnTo>
                      <a:pt x="3037" y="3072"/>
                    </a:lnTo>
                    <a:cubicBezTo>
                      <a:pt x="3168" y="3132"/>
                      <a:pt x="3311" y="3162"/>
                      <a:pt x="3456" y="3162"/>
                    </a:cubicBezTo>
                    <a:cubicBezTo>
                      <a:pt x="3626" y="3162"/>
                      <a:pt x="3799" y="3120"/>
                      <a:pt x="3953" y="3036"/>
                    </a:cubicBezTo>
                    <a:lnTo>
                      <a:pt x="5335" y="2226"/>
                    </a:lnTo>
                    <a:cubicBezTo>
                      <a:pt x="5608" y="2072"/>
                      <a:pt x="5644" y="1833"/>
                      <a:pt x="5406" y="1703"/>
                    </a:cubicBezTo>
                    <a:lnTo>
                      <a:pt x="2608" y="95"/>
                    </a:lnTo>
                    <a:cubicBezTo>
                      <a:pt x="2474" y="31"/>
                      <a:pt x="2333" y="0"/>
                      <a:pt x="21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519;p18"/>
              <p:cNvSpPr/>
              <p:nvPr/>
            </p:nvSpPr>
            <p:spPr>
              <a:xfrm>
                <a:off x="2968213" y="3176425"/>
                <a:ext cx="145575" cy="82925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7" extrusionOk="0">
                    <a:moveTo>
                      <a:pt x="2286" y="1"/>
                    </a:moveTo>
                    <a:cubicBezTo>
                      <a:pt x="2193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3" y="1226"/>
                      <a:pt x="1" y="1346"/>
                      <a:pt x="120" y="1417"/>
                    </a:cubicBezTo>
                    <a:lnTo>
                      <a:pt x="3323" y="3274"/>
                    </a:lnTo>
                    <a:cubicBezTo>
                      <a:pt x="3393" y="3302"/>
                      <a:pt x="3469" y="3316"/>
                      <a:pt x="3546" y="3316"/>
                    </a:cubicBezTo>
                    <a:cubicBezTo>
                      <a:pt x="3636" y="3316"/>
                      <a:pt x="3727" y="3296"/>
                      <a:pt x="3811" y="3251"/>
                    </a:cubicBezTo>
                    <a:lnTo>
                      <a:pt x="5668" y="2179"/>
                    </a:lnTo>
                    <a:cubicBezTo>
                      <a:pt x="5811" y="2096"/>
                      <a:pt x="5823" y="1965"/>
                      <a:pt x="5704" y="1893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520;p18"/>
              <p:cNvSpPr/>
              <p:nvPr/>
            </p:nvSpPr>
            <p:spPr>
              <a:xfrm>
                <a:off x="2886963" y="3223950"/>
                <a:ext cx="201225" cy="114625"/>
              </a:xfrm>
              <a:custGeom>
                <a:avLst/>
                <a:gdLst/>
                <a:ahLst/>
                <a:cxnLst/>
                <a:rect l="l" t="t" r="r" b="b"/>
                <a:pathLst>
                  <a:path w="8049" h="4585" extrusionOk="0">
                    <a:moveTo>
                      <a:pt x="2260" y="1"/>
                    </a:moveTo>
                    <a:cubicBezTo>
                      <a:pt x="2155" y="1"/>
                      <a:pt x="2049" y="25"/>
                      <a:pt x="1953" y="76"/>
                    </a:cubicBezTo>
                    <a:lnTo>
                      <a:pt x="191" y="1100"/>
                    </a:lnTo>
                    <a:cubicBezTo>
                      <a:pt x="24" y="1195"/>
                      <a:pt x="0" y="1338"/>
                      <a:pt x="155" y="1433"/>
                    </a:cubicBezTo>
                    <a:lnTo>
                      <a:pt x="5525" y="4529"/>
                    </a:lnTo>
                    <a:cubicBezTo>
                      <a:pt x="5605" y="4566"/>
                      <a:pt x="5693" y="4584"/>
                      <a:pt x="5780" y="4584"/>
                    </a:cubicBezTo>
                    <a:cubicBezTo>
                      <a:pt x="5887" y="4584"/>
                      <a:pt x="5993" y="4557"/>
                      <a:pt x="6084" y="4505"/>
                    </a:cubicBezTo>
                    <a:lnTo>
                      <a:pt x="7858" y="3481"/>
                    </a:lnTo>
                    <a:cubicBezTo>
                      <a:pt x="8025" y="3386"/>
                      <a:pt x="8049" y="3243"/>
                      <a:pt x="7894" y="3159"/>
                    </a:cubicBezTo>
                    <a:lnTo>
                      <a:pt x="2524" y="52"/>
                    </a:lnTo>
                    <a:cubicBezTo>
                      <a:pt x="2441" y="19"/>
                      <a:pt x="2351" y="1"/>
                      <a:pt x="226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521;p18"/>
              <p:cNvSpPr/>
              <p:nvPr/>
            </p:nvSpPr>
            <p:spPr>
              <a:xfrm>
                <a:off x="2805688" y="3271075"/>
                <a:ext cx="217325" cy="124050"/>
              </a:xfrm>
              <a:custGeom>
                <a:avLst/>
                <a:gdLst/>
                <a:ahLst/>
                <a:cxnLst/>
                <a:rect l="l" t="t" r="r" b="b"/>
                <a:pathLst>
                  <a:path w="8693" h="4962" extrusionOk="0">
                    <a:moveTo>
                      <a:pt x="2248" y="0"/>
                    </a:moveTo>
                    <a:cubicBezTo>
                      <a:pt x="2141" y="0"/>
                      <a:pt x="2036" y="27"/>
                      <a:pt x="1942" y="84"/>
                    </a:cubicBezTo>
                    <a:lnTo>
                      <a:pt x="191" y="1096"/>
                    </a:lnTo>
                    <a:cubicBezTo>
                      <a:pt x="13" y="1191"/>
                      <a:pt x="1" y="1346"/>
                      <a:pt x="144" y="1429"/>
                    </a:cubicBezTo>
                    <a:lnTo>
                      <a:pt x="6168" y="4906"/>
                    </a:lnTo>
                    <a:cubicBezTo>
                      <a:pt x="6254" y="4943"/>
                      <a:pt x="6345" y="4961"/>
                      <a:pt x="6435" y="4961"/>
                    </a:cubicBezTo>
                    <a:cubicBezTo>
                      <a:pt x="6544" y="4961"/>
                      <a:pt x="6653" y="4934"/>
                      <a:pt x="6752" y="4882"/>
                    </a:cubicBezTo>
                    <a:lnTo>
                      <a:pt x="8502" y="3882"/>
                    </a:lnTo>
                    <a:cubicBezTo>
                      <a:pt x="8669" y="3775"/>
                      <a:pt x="8692" y="3620"/>
                      <a:pt x="8538" y="3536"/>
                    </a:cubicBezTo>
                    <a:lnTo>
                      <a:pt x="2525" y="60"/>
                    </a:lnTo>
                    <a:cubicBezTo>
                      <a:pt x="2436" y="21"/>
                      <a:pt x="2341" y="0"/>
                      <a:pt x="22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522;p18"/>
              <p:cNvSpPr/>
              <p:nvPr/>
            </p:nvSpPr>
            <p:spPr>
              <a:xfrm>
                <a:off x="4160638" y="3864775"/>
                <a:ext cx="145575" cy="82900"/>
              </a:xfrm>
              <a:custGeom>
                <a:avLst/>
                <a:gdLst/>
                <a:ahLst/>
                <a:cxnLst/>
                <a:rect l="l" t="t" r="r" b="b"/>
                <a:pathLst>
                  <a:path w="5823" h="3316" extrusionOk="0">
                    <a:moveTo>
                      <a:pt x="2255" y="1"/>
                    </a:moveTo>
                    <a:cubicBezTo>
                      <a:pt x="2170" y="1"/>
                      <a:pt x="2086" y="21"/>
                      <a:pt x="2012" y="65"/>
                    </a:cubicBezTo>
                    <a:lnTo>
                      <a:pt x="155" y="1148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3322" y="3268"/>
                    </a:lnTo>
                    <a:cubicBezTo>
                      <a:pt x="3393" y="3300"/>
                      <a:pt x="3469" y="3316"/>
                      <a:pt x="3544" y="3316"/>
                    </a:cubicBezTo>
                    <a:cubicBezTo>
                      <a:pt x="3633" y="3316"/>
                      <a:pt x="3721" y="3294"/>
                      <a:pt x="3798" y="3256"/>
                    </a:cubicBezTo>
                    <a:lnTo>
                      <a:pt x="5667" y="2172"/>
                    </a:lnTo>
                    <a:cubicBezTo>
                      <a:pt x="5810" y="2089"/>
                      <a:pt x="5822" y="1970"/>
                      <a:pt x="5691" y="1898"/>
                    </a:cubicBezTo>
                    <a:lnTo>
                      <a:pt x="2489" y="53"/>
                    </a:lnTo>
                    <a:cubicBezTo>
                      <a:pt x="2414" y="19"/>
                      <a:pt x="2334" y="1"/>
                      <a:pt x="22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523;p18"/>
              <p:cNvSpPr/>
              <p:nvPr/>
            </p:nvSpPr>
            <p:spPr>
              <a:xfrm>
                <a:off x="4023113" y="3879875"/>
                <a:ext cx="200950" cy="114525"/>
              </a:xfrm>
              <a:custGeom>
                <a:avLst/>
                <a:gdLst/>
                <a:ahLst/>
                <a:cxnLst/>
                <a:rect l="l" t="t" r="r" b="b"/>
                <a:pathLst>
                  <a:path w="8038" h="4581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5513" y="4521"/>
                    </a:lnTo>
                    <a:cubicBezTo>
                      <a:pt x="5597" y="4560"/>
                      <a:pt x="5688" y="4581"/>
                      <a:pt x="5780" y="4581"/>
                    </a:cubicBezTo>
                    <a:cubicBezTo>
                      <a:pt x="5885" y="4581"/>
                      <a:pt x="5990" y="4554"/>
                      <a:pt x="6085" y="4497"/>
                    </a:cubicBezTo>
                    <a:lnTo>
                      <a:pt x="7847" y="3485"/>
                    </a:lnTo>
                    <a:cubicBezTo>
                      <a:pt x="8013" y="3390"/>
                      <a:pt x="8037" y="3235"/>
                      <a:pt x="7882" y="3152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524;p18"/>
              <p:cNvSpPr/>
              <p:nvPr/>
            </p:nvSpPr>
            <p:spPr>
              <a:xfrm>
                <a:off x="3925188" y="3917450"/>
                <a:ext cx="217300" cy="123975"/>
              </a:xfrm>
              <a:custGeom>
                <a:avLst/>
                <a:gdLst/>
                <a:ahLst/>
                <a:cxnLst/>
                <a:rect l="l" t="t" r="r" b="b"/>
                <a:pathLst>
                  <a:path w="8692" h="4959" extrusionOk="0">
                    <a:moveTo>
                      <a:pt x="2253" y="1"/>
                    </a:moveTo>
                    <a:cubicBezTo>
                      <a:pt x="2143" y="1"/>
                      <a:pt x="2033" y="31"/>
                      <a:pt x="1929" y="89"/>
                    </a:cubicBezTo>
                    <a:lnTo>
                      <a:pt x="191" y="1089"/>
                    </a:lnTo>
                    <a:cubicBezTo>
                      <a:pt x="12" y="1184"/>
                      <a:pt x="0" y="1351"/>
                      <a:pt x="143" y="1422"/>
                    </a:cubicBezTo>
                    <a:lnTo>
                      <a:pt x="6168" y="4899"/>
                    </a:lnTo>
                    <a:cubicBezTo>
                      <a:pt x="6257" y="4938"/>
                      <a:pt x="6351" y="4959"/>
                      <a:pt x="6445" y="4959"/>
                    </a:cubicBezTo>
                    <a:cubicBezTo>
                      <a:pt x="6551" y="4959"/>
                      <a:pt x="6656" y="4932"/>
                      <a:pt x="6751" y="4875"/>
                    </a:cubicBezTo>
                    <a:lnTo>
                      <a:pt x="8501" y="3875"/>
                    </a:lnTo>
                    <a:cubicBezTo>
                      <a:pt x="8668" y="3780"/>
                      <a:pt x="8692" y="3625"/>
                      <a:pt x="8537" y="3542"/>
                    </a:cubicBezTo>
                    <a:lnTo>
                      <a:pt x="2524" y="65"/>
                    </a:lnTo>
                    <a:cubicBezTo>
                      <a:pt x="2438" y="22"/>
                      <a:pt x="2346" y="1"/>
                      <a:pt x="225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525;p18"/>
              <p:cNvSpPr/>
              <p:nvPr/>
            </p:nvSpPr>
            <p:spPr>
              <a:xfrm>
                <a:off x="2723238" y="3317650"/>
                <a:ext cx="145875" cy="829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9" extrusionOk="0">
                    <a:moveTo>
                      <a:pt x="2284" y="0"/>
                    </a:moveTo>
                    <a:cubicBezTo>
                      <a:pt x="2201" y="0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6" y="3281"/>
                    </a:lnTo>
                    <a:cubicBezTo>
                      <a:pt x="3408" y="3307"/>
                      <a:pt x="3474" y="3319"/>
                      <a:pt x="3541" y="3319"/>
                    </a:cubicBezTo>
                    <a:cubicBezTo>
                      <a:pt x="3629" y="3319"/>
                      <a:pt x="3718" y="3298"/>
                      <a:pt x="3799" y="3257"/>
                    </a:cubicBezTo>
                    <a:lnTo>
                      <a:pt x="5680" y="2174"/>
                    </a:lnTo>
                    <a:cubicBezTo>
                      <a:pt x="5823" y="2090"/>
                      <a:pt x="5835" y="1971"/>
                      <a:pt x="5716" y="1912"/>
                    </a:cubicBezTo>
                    <a:lnTo>
                      <a:pt x="2489" y="42"/>
                    </a:lnTo>
                    <a:cubicBezTo>
                      <a:pt x="2424" y="15"/>
                      <a:pt x="2353" y="0"/>
                      <a:pt x="22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526;p18"/>
              <p:cNvSpPr/>
              <p:nvPr/>
            </p:nvSpPr>
            <p:spPr>
              <a:xfrm>
                <a:off x="2829513" y="33789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9" y="1"/>
                    </a:moveTo>
                    <a:cubicBezTo>
                      <a:pt x="2207" y="1"/>
                      <a:pt x="2126" y="22"/>
                      <a:pt x="2048" y="67"/>
                    </a:cubicBezTo>
                    <a:lnTo>
                      <a:pt x="155" y="1150"/>
                    </a:lnTo>
                    <a:cubicBezTo>
                      <a:pt x="24" y="1234"/>
                      <a:pt x="0" y="1353"/>
                      <a:pt x="119" y="1412"/>
                    </a:cubicBezTo>
                    <a:lnTo>
                      <a:pt x="3346" y="3281"/>
                    </a:lnTo>
                    <a:cubicBezTo>
                      <a:pt x="3411" y="3309"/>
                      <a:pt x="3484" y="3324"/>
                      <a:pt x="3557" y="3324"/>
                    </a:cubicBezTo>
                    <a:cubicBezTo>
                      <a:pt x="3642" y="3324"/>
                      <a:pt x="3727" y="3303"/>
                      <a:pt x="3798" y="3258"/>
                    </a:cubicBezTo>
                    <a:lnTo>
                      <a:pt x="5692" y="2174"/>
                    </a:lnTo>
                    <a:cubicBezTo>
                      <a:pt x="5823" y="2091"/>
                      <a:pt x="5834" y="1972"/>
                      <a:pt x="5727" y="1912"/>
                    </a:cubicBezTo>
                    <a:lnTo>
                      <a:pt x="2501" y="43"/>
                    </a:lnTo>
                    <a:cubicBezTo>
                      <a:pt x="2430" y="16"/>
                      <a:pt x="2359" y="1"/>
                      <a:pt x="2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527;p18"/>
              <p:cNvSpPr/>
              <p:nvPr/>
            </p:nvSpPr>
            <p:spPr>
              <a:xfrm>
                <a:off x="2935763" y="3440275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4" y="1"/>
                    </a:moveTo>
                    <a:cubicBezTo>
                      <a:pt x="2201" y="1"/>
                      <a:pt x="2120" y="21"/>
                      <a:pt x="2049" y="66"/>
                    </a:cubicBezTo>
                    <a:lnTo>
                      <a:pt x="156" y="1150"/>
                    </a:lnTo>
                    <a:cubicBezTo>
                      <a:pt x="25" y="1233"/>
                      <a:pt x="1" y="1352"/>
                      <a:pt x="120" y="1412"/>
                    </a:cubicBezTo>
                    <a:lnTo>
                      <a:pt x="3347" y="3281"/>
                    </a:lnTo>
                    <a:cubicBezTo>
                      <a:pt x="3412" y="3308"/>
                      <a:pt x="3482" y="3323"/>
                      <a:pt x="3553" y="3323"/>
                    </a:cubicBezTo>
                    <a:cubicBezTo>
                      <a:pt x="3637" y="3323"/>
                      <a:pt x="3722" y="3303"/>
                      <a:pt x="3799" y="3257"/>
                    </a:cubicBezTo>
                    <a:lnTo>
                      <a:pt x="5692" y="2174"/>
                    </a:lnTo>
                    <a:cubicBezTo>
                      <a:pt x="5823" y="2091"/>
                      <a:pt x="5835" y="1971"/>
                      <a:pt x="5716" y="1912"/>
                    </a:cubicBezTo>
                    <a:lnTo>
                      <a:pt x="2489" y="43"/>
                    </a:lnTo>
                    <a:cubicBezTo>
                      <a:pt x="2424" y="15"/>
                      <a:pt x="2353" y="1"/>
                      <a:pt x="2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528;p18"/>
              <p:cNvSpPr/>
              <p:nvPr/>
            </p:nvSpPr>
            <p:spPr>
              <a:xfrm>
                <a:off x="2990838" y="3378025"/>
                <a:ext cx="121175" cy="68575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3" extrusionOk="0">
                    <a:moveTo>
                      <a:pt x="2257" y="0"/>
                    </a:moveTo>
                    <a:cubicBezTo>
                      <a:pt x="2146" y="0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99"/>
                      <a:pt x="1" y="1342"/>
                      <a:pt x="143" y="1437"/>
                    </a:cubicBezTo>
                    <a:lnTo>
                      <a:pt x="2310" y="2687"/>
                    </a:lnTo>
                    <a:cubicBezTo>
                      <a:pt x="2394" y="2724"/>
                      <a:pt x="2484" y="2742"/>
                      <a:pt x="2574" y="2742"/>
                    </a:cubicBezTo>
                    <a:cubicBezTo>
                      <a:pt x="2690" y="2742"/>
                      <a:pt x="2805" y="2712"/>
                      <a:pt x="2906" y="2652"/>
                    </a:cubicBezTo>
                    <a:lnTo>
                      <a:pt x="4656" y="1652"/>
                    </a:lnTo>
                    <a:cubicBezTo>
                      <a:pt x="4823" y="1544"/>
                      <a:pt x="4846" y="1402"/>
                      <a:pt x="4692" y="1306"/>
                    </a:cubicBezTo>
                    <a:lnTo>
                      <a:pt x="2525" y="56"/>
                    </a:lnTo>
                    <a:cubicBezTo>
                      <a:pt x="2439" y="19"/>
                      <a:pt x="2348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529;p18"/>
              <p:cNvSpPr/>
              <p:nvPr/>
            </p:nvSpPr>
            <p:spPr>
              <a:xfrm>
                <a:off x="3075663" y="3426925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5" y="0"/>
                    </a:moveTo>
                    <a:cubicBezTo>
                      <a:pt x="2146" y="0"/>
                      <a:pt x="2039" y="30"/>
                      <a:pt x="1942" y="89"/>
                    </a:cubicBezTo>
                    <a:lnTo>
                      <a:pt x="191" y="1089"/>
                    </a:lnTo>
                    <a:cubicBezTo>
                      <a:pt x="13" y="1196"/>
                      <a:pt x="1" y="1339"/>
                      <a:pt x="156" y="1434"/>
                    </a:cubicBezTo>
                    <a:lnTo>
                      <a:pt x="2311" y="2684"/>
                    </a:lnTo>
                    <a:cubicBezTo>
                      <a:pt x="2396" y="2722"/>
                      <a:pt x="2487" y="2740"/>
                      <a:pt x="2578" y="2740"/>
                    </a:cubicBezTo>
                    <a:cubicBezTo>
                      <a:pt x="2689" y="2740"/>
                      <a:pt x="2801" y="2713"/>
                      <a:pt x="2906" y="2660"/>
                    </a:cubicBezTo>
                    <a:lnTo>
                      <a:pt x="4644" y="1648"/>
                    </a:lnTo>
                    <a:cubicBezTo>
                      <a:pt x="4823" y="1553"/>
                      <a:pt x="4835" y="1398"/>
                      <a:pt x="4692" y="1315"/>
                    </a:cubicBezTo>
                    <a:lnTo>
                      <a:pt x="2525" y="65"/>
                    </a:lnTo>
                    <a:cubicBezTo>
                      <a:pt x="2438" y="21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530;p18"/>
              <p:cNvSpPr/>
              <p:nvPr/>
            </p:nvSpPr>
            <p:spPr>
              <a:xfrm>
                <a:off x="3160513" y="3475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8" y="1"/>
                    </a:moveTo>
                    <a:cubicBezTo>
                      <a:pt x="2148" y="1"/>
                      <a:pt x="2039" y="28"/>
                      <a:pt x="1941" y="80"/>
                    </a:cubicBezTo>
                    <a:lnTo>
                      <a:pt x="191" y="1092"/>
                    </a:lnTo>
                    <a:cubicBezTo>
                      <a:pt x="24" y="1187"/>
                      <a:pt x="0" y="1342"/>
                      <a:pt x="155" y="1426"/>
                    </a:cubicBezTo>
                    <a:lnTo>
                      <a:pt x="2322" y="2676"/>
                    </a:lnTo>
                    <a:cubicBezTo>
                      <a:pt x="2403" y="2719"/>
                      <a:pt x="2495" y="2740"/>
                      <a:pt x="2587" y="2740"/>
                    </a:cubicBezTo>
                    <a:cubicBezTo>
                      <a:pt x="2697" y="2740"/>
                      <a:pt x="2808" y="2710"/>
                      <a:pt x="2905" y="2652"/>
                    </a:cubicBezTo>
                    <a:lnTo>
                      <a:pt x="4644" y="1652"/>
                    </a:lnTo>
                    <a:cubicBezTo>
                      <a:pt x="4822" y="1545"/>
                      <a:pt x="4834" y="1402"/>
                      <a:pt x="4691" y="1306"/>
                    </a:cubicBezTo>
                    <a:lnTo>
                      <a:pt x="2524" y="56"/>
                    </a:lnTo>
                    <a:cubicBezTo>
                      <a:pt x="2438" y="19"/>
                      <a:pt x="2348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531;p18"/>
              <p:cNvSpPr/>
              <p:nvPr/>
            </p:nvSpPr>
            <p:spPr>
              <a:xfrm>
                <a:off x="3245338" y="3524850"/>
                <a:ext cx="1211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40" extrusionOk="0">
                    <a:moveTo>
                      <a:pt x="2257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101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8" y="2722"/>
                      <a:pt x="2498" y="2740"/>
                      <a:pt x="2588" y="2740"/>
                    </a:cubicBezTo>
                    <a:cubicBezTo>
                      <a:pt x="2698" y="2740"/>
                      <a:pt x="2807" y="2713"/>
                      <a:pt x="2906" y="2660"/>
                    </a:cubicBezTo>
                    <a:lnTo>
                      <a:pt x="4656" y="1648"/>
                    </a:lnTo>
                    <a:cubicBezTo>
                      <a:pt x="4822" y="1553"/>
                      <a:pt x="4846" y="1398"/>
                      <a:pt x="4691" y="1315"/>
                    </a:cubicBezTo>
                    <a:lnTo>
                      <a:pt x="2536" y="65"/>
                    </a:lnTo>
                    <a:cubicBezTo>
                      <a:pt x="2444" y="21"/>
                      <a:pt x="2349" y="0"/>
                      <a:pt x="22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532;p18"/>
              <p:cNvSpPr/>
              <p:nvPr/>
            </p:nvSpPr>
            <p:spPr>
              <a:xfrm>
                <a:off x="3330463" y="357395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0" y="1"/>
                    </a:moveTo>
                    <a:cubicBezTo>
                      <a:pt x="2138" y="1"/>
                      <a:pt x="2027" y="31"/>
                      <a:pt x="1929" y="89"/>
                    </a:cubicBezTo>
                    <a:lnTo>
                      <a:pt x="191" y="1089"/>
                    </a:lnTo>
                    <a:cubicBezTo>
                      <a:pt x="12" y="1196"/>
                      <a:pt x="1" y="1339"/>
                      <a:pt x="143" y="1435"/>
                    </a:cubicBezTo>
                    <a:lnTo>
                      <a:pt x="2310" y="2685"/>
                    </a:lnTo>
                    <a:cubicBezTo>
                      <a:pt x="2396" y="2722"/>
                      <a:pt x="2487" y="2740"/>
                      <a:pt x="2577" y="2740"/>
                    </a:cubicBezTo>
                    <a:cubicBezTo>
                      <a:pt x="2687" y="2740"/>
                      <a:pt x="2796" y="2713"/>
                      <a:pt x="2894" y="2661"/>
                    </a:cubicBezTo>
                    <a:lnTo>
                      <a:pt x="4644" y="1649"/>
                    </a:lnTo>
                    <a:cubicBezTo>
                      <a:pt x="4811" y="1554"/>
                      <a:pt x="4835" y="1399"/>
                      <a:pt x="4680" y="1316"/>
                    </a:cubicBezTo>
                    <a:lnTo>
                      <a:pt x="2525" y="65"/>
                    </a:lnTo>
                    <a:cubicBezTo>
                      <a:pt x="2438" y="22"/>
                      <a:pt x="2344" y="1"/>
                      <a:pt x="22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533;p18"/>
              <p:cNvSpPr/>
              <p:nvPr/>
            </p:nvSpPr>
            <p:spPr>
              <a:xfrm>
                <a:off x="3415288" y="362300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9" y="0"/>
                    </a:moveTo>
                    <a:cubicBezTo>
                      <a:pt x="2149" y="0"/>
                      <a:pt x="2040" y="27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5"/>
                    </a:lnTo>
                    <a:cubicBezTo>
                      <a:pt x="2398" y="2719"/>
                      <a:pt x="2489" y="2740"/>
                      <a:pt x="2582" y="2740"/>
                    </a:cubicBezTo>
                    <a:cubicBezTo>
                      <a:pt x="2692" y="2740"/>
                      <a:pt x="2802" y="2710"/>
                      <a:pt x="2906" y="2652"/>
                    </a:cubicBezTo>
                    <a:lnTo>
                      <a:pt x="4644" y="1651"/>
                    </a:lnTo>
                    <a:cubicBezTo>
                      <a:pt x="4823" y="1544"/>
                      <a:pt x="4835" y="1401"/>
                      <a:pt x="4692" y="1306"/>
                    </a:cubicBezTo>
                    <a:lnTo>
                      <a:pt x="2525" y="56"/>
                    </a:lnTo>
                    <a:cubicBezTo>
                      <a:pt x="2439" y="18"/>
                      <a:pt x="2349" y="0"/>
                      <a:pt x="22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34;p18"/>
              <p:cNvSpPr/>
              <p:nvPr/>
            </p:nvSpPr>
            <p:spPr>
              <a:xfrm>
                <a:off x="3500138" y="3672100"/>
                <a:ext cx="1208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6" extrusionOk="0">
                    <a:moveTo>
                      <a:pt x="2257" y="1"/>
                    </a:moveTo>
                    <a:cubicBezTo>
                      <a:pt x="2146" y="1"/>
                      <a:pt x="2034" y="28"/>
                      <a:pt x="1929" y="80"/>
                    </a:cubicBezTo>
                    <a:lnTo>
                      <a:pt x="191" y="1092"/>
                    </a:lnTo>
                    <a:cubicBezTo>
                      <a:pt x="12" y="1188"/>
                      <a:pt x="0" y="1342"/>
                      <a:pt x="143" y="1426"/>
                    </a:cubicBezTo>
                    <a:lnTo>
                      <a:pt x="2310" y="2676"/>
                    </a:lnTo>
                    <a:cubicBezTo>
                      <a:pt x="2399" y="2715"/>
                      <a:pt x="2496" y="2736"/>
                      <a:pt x="2593" y="2736"/>
                    </a:cubicBezTo>
                    <a:cubicBezTo>
                      <a:pt x="2702" y="2736"/>
                      <a:pt x="2810" y="2709"/>
                      <a:pt x="2905" y="2652"/>
                    </a:cubicBezTo>
                    <a:lnTo>
                      <a:pt x="4644" y="1640"/>
                    </a:lnTo>
                    <a:cubicBezTo>
                      <a:pt x="4822" y="1545"/>
                      <a:pt x="4834" y="1390"/>
                      <a:pt x="4691" y="1307"/>
                    </a:cubicBezTo>
                    <a:lnTo>
                      <a:pt x="2524" y="57"/>
                    </a:lnTo>
                    <a:cubicBezTo>
                      <a:pt x="2438" y="19"/>
                      <a:pt x="2348" y="1"/>
                      <a:pt x="22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35;p18"/>
              <p:cNvSpPr/>
              <p:nvPr/>
            </p:nvSpPr>
            <p:spPr>
              <a:xfrm>
                <a:off x="3584963" y="3721000"/>
                <a:ext cx="120875" cy="68525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1" extrusionOk="0">
                    <a:moveTo>
                      <a:pt x="2255" y="0"/>
                    </a:moveTo>
                    <a:cubicBezTo>
                      <a:pt x="2146" y="0"/>
                      <a:pt x="2038" y="31"/>
                      <a:pt x="1941" y="89"/>
                    </a:cubicBezTo>
                    <a:lnTo>
                      <a:pt x="191" y="1089"/>
                    </a:lnTo>
                    <a:cubicBezTo>
                      <a:pt x="24" y="1196"/>
                      <a:pt x="0" y="1351"/>
                      <a:pt x="155" y="1434"/>
                    </a:cubicBezTo>
                    <a:lnTo>
                      <a:pt x="2322" y="2684"/>
                    </a:lnTo>
                    <a:cubicBezTo>
                      <a:pt x="2403" y="2722"/>
                      <a:pt x="2493" y="2740"/>
                      <a:pt x="2584" y="2740"/>
                    </a:cubicBezTo>
                    <a:cubicBezTo>
                      <a:pt x="2695" y="2740"/>
                      <a:pt x="2807" y="2713"/>
                      <a:pt x="2906" y="2661"/>
                    </a:cubicBezTo>
                    <a:lnTo>
                      <a:pt x="4656" y="1661"/>
                    </a:lnTo>
                    <a:cubicBezTo>
                      <a:pt x="4822" y="1553"/>
                      <a:pt x="4834" y="1399"/>
                      <a:pt x="4691" y="1315"/>
                    </a:cubicBezTo>
                    <a:lnTo>
                      <a:pt x="2525" y="65"/>
                    </a:lnTo>
                    <a:cubicBezTo>
                      <a:pt x="2438" y="22"/>
                      <a:pt x="2346" y="0"/>
                      <a:pt x="22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36;p18"/>
              <p:cNvSpPr/>
              <p:nvPr/>
            </p:nvSpPr>
            <p:spPr>
              <a:xfrm>
                <a:off x="3670088" y="3770225"/>
                <a:ext cx="120875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34" extrusionOk="0">
                    <a:moveTo>
                      <a:pt x="2246" y="1"/>
                    </a:moveTo>
                    <a:cubicBezTo>
                      <a:pt x="2139" y="1"/>
                      <a:pt x="2031" y="27"/>
                      <a:pt x="1929" y="84"/>
                    </a:cubicBezTo>
                    <a:lnTo>
                      <a:pt x="191" y="1096"/>
                    </a:lnTo>
                    <a:cubicBezTo>
                      <a:pt x="13" y="1192"/>
                      <a:pt x="1" y="1346"/>
                      <a:pt x="143" y="1430"/>
                    </a:cubicBezTo>
                    <a:lnTo>
                      <a:pt x="2310" y="2668"/>
                    </a:lnTo>
                    <a:cubicBezTo>
                      <a:pt x="2400" y="2713"/>
                      <a:pt x="2494" y="2734"/>
                      <a:pt x="2589" y="2734"/>
                    </a:cubicBezTo>
                    <a:cubicBezTo>
                      <a:pt x="2697" y="2734"/>
                      <a:pt x="2805" y="2707"/>
                      <a:pt x="2906" y="2656"/>
                    </a:cubicBezTo>
                    <a:lnTo>
                      <a:pt x="4644" y="1644"/>
                    </a:lnTo>
                    <a:cubicBezTo>
                      <a:pt x="4823" y="1549"/>
                      <a:pt x="4835" y="1394"/>
                      <a:pt x="4692" y="1311"/>
                    </a:cubicBezTo>
                    <a:lnTo>
                      <a:pt x="2525" y="61"/>
                    </a:lnTo>
                    <a:cubicBezTo>
                      <a:pt x="2435" y="22"/>
                      <a:pt x="2341" y="1"/>
                      <a:pt x="22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7;p18"/>
              <p:cNvSpPr/>
              <p:nvPr/>
            </p:nvSpPr>
            <p:spPr>
              <a:xfrm>
                <a:off x="3754913" y="3819150"/>
                <a:ext cx="121175" cy="68400"/>
              </a:xfrm>
              <a:custGeom>
                <a:avLst/>
                <a:gdLst/>
                <a:ahLst/>
                <a:cxnLst/>
                <a:rect l="l" t="t" r="r" b="b"/>
                <a:pathLst>
                  <a:path w="4847" h="2736" extrusionOk="0">
                    <a:moveTo>
                      <a:pt x="2264" y="0"/>
                    </a:moveTo>
                    <a:cubicBezTo>
                      <a:pt x="2152" y="0"/>
                      <a:pt x="2040" y="28"/>
                      <a:pt x="1942" y="80"/>
                    </a:cubicBezTo>
                    <a:lnTo>
                      <a:pt x="191" y="1092"/>
                    </a:lnTo>
                    <a:cubicBezTo>
                      <a:pt x="13" y="1187"/>
                      <a:pt x="1" y="1342"/>
                      <a:pt x="144" y="1425"/>
                    </a:cubicBezTo>
                    <a:lnTo>
                      <a:pt x="2311" y="2676"/>
                    </a:lnTo>
                    <a:cubicBezTo>
                      <a:pt x="2400" y="2715"/>
                      <a:pt x="2497" y="2735"/>
                      <a:pt x="2593" y="2735"/>
                    </a:cubicBezTo>
                    <a:cubicBezTo>
                      <a:pt x="2703" y="2735"/>
                      <a:pt x="2811" y="2709"/>
                      <a:pt x="2906" y="2652"/>
                    </a:cubicBezTo>
                    <a:lnTo>
                      <a:pt x="4656" y="1640"/>
                    </a:lnTo>
                    <a:cubicBezTo>
                      <a:pt x="4823" y="1544"/>
                      <a:pt x="4847" y="1390"/>
                      <a:pt x="4692" y="1306"/>
                    </a:cubicBezTo>
                    <a:lnTo>
                      <a:pt x="2525" y="56"/>
                    </a:lnTo>
                    <a:cubicBezTo>
                      <a:pt x="2445" y="19"/>
                      <a:pt x="2355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38;p18"/>
              <p:cNvSpPr/>
              <p:nvPr/>
            </p:nvSpPr>
            <p:spPr>
              <a:xfrm>
                <a:off x="3839763" y="3868050"/>
                <a:ext cx="120875" cy="68500"/>
              </a:xfrm>
              <a:custGeom>
                <a:avLst/>
                <a:gdLst/>
                <a:ahLst/>
                <a:cxnLst/>
                <a:rect l="l" t="t" r="r" b="b"/>
                <a:pathLst>
                  <a:path w="4835" h="2740" extrusionOk="0">
                    <a:moveTo>
                      <a:pt x="2254" y="0"/>
                    </a:moveTo>
                    <a:cubicBezTo>
                      <a:pt x="2146" y="0"/>
                      <a:pt x="2038" y="30"/>
                      <a:pt x="1941" y="89"/>
                    </a:cubicBezTo>
                    <a:lnTo>
                      <a:pt x="191" y="1089"/>
                    </a:lnTo>
                    <a:cubicBezTo>
                      <a:pt x="12" y="1196"/>
                      <a:pt x="0" y="1351"/>
                      <a:pt x="155" y="1434"/>
                    </a:cubicBezTo>
                    <a:lnTo>
                      <a:pt x="2310" y="2684"/>
                    </a:lnTo>
                    <a:cubicBezTo>
                      <a:pt x="2396" y="2722"/>
                      <a:pt x="2486" y="2740"/>
                      <a:pt x="2577" y="2740"/>
                    </a:cubicBezTo>
                    <a:cubicBezTo>
                      <a:pt x="2689" y="2740"/>
                      <a:pt x="2801" y="2713"/>
                      <a:pt x="2905" y="2660"/>
                    </a:cubicBezTo>
                    <a:lnTo>
                      <a:pt x="4644" y="1648"/>
                    </a:lnTo>
                    <a:cubicBezTo>
                      <a:pt x="4822" y="1553"/>
                      <a:pt x="4834" y="1398"/>
                      <a:pt x="4691" y="1315"/>
                    </a:cubicBezTo>
                    <a:lnTo>
                      <a:pt x="2524" y="65"/>
                    </a:lnTo>
                    <a:cubicBezTo>
                      <a:pt x="2437" y="21"/>
                      <a:pt x="2346" y="0"/>
                      <a:pt x="225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39;p18"/>
              <p:cNvSpPr/>
              <p:nvPr/>
            </p:nvSpPr>
            <p:spPr>
              <a:xfrm>
                <a:off x="3057813" y="3322350"/>
                <a:ext cx="123550" cy="69900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6" extrusionOk="0">
                    <a:moveTo>
                      <a:pt x="2263" y="1"/>
                    </a:moveTo>
                    <a:cubicBezTo>
                      <a:pt x="2157" y="1"/>
                      <a:pt x="2051" y="28"/>
                      <a:pt x="1953" y="81"/>
                    </a:cubicBezTo>
                    <a:lnTo>
                      <a:pt x="191" y="1104"/>
                    </a:lnTo>
                    <a:cubicBezTo>
                      <a:pt x="24" y="1200"/>
                      <a:pt x="0" y="1355"/>
                      <a:pt x="143" y="1438"/>
                    </a:cubicBezTo>
                    <a:lnTo>
                      <a:pt x="2417" y="2736"/>
                    </a:lnTo>
                    <a:cubicBezTo>
                      <a:pt x="2501" y="2775"/>
                      <a:pt x="2593" y="2795"/>
                      <a:pt x="2683" y="2795"/>
                    </a:cubicBezTo>
                    <a:cubicBezTo>
                      <a:pt x="2786" y="2795"/>
                      <a:pt x="2888" y="2769"/>
                      <a:pt x="2977" y="2712"/>
                    </a:cubicBezTo>
                    <a:lnTo>
                      <a:pt x="4751" y="1700"/>
                    </a:lnTo>
                    <a:cubicBezTo>
                      <a:pt x="4918" y="1605"/>
                      <a:pt x="4942" y="1450"/>
                      <a:pt x="4787" y="1366"/>
                    </a:cubicBezTo>
                    <a:lnTo>
                      <a:pt x="2525" y="57"/>
                    </a:lnTo>
                    <a:cubicBezTo>
                      <a:pt x="2439" y="19"/>
                      <a:pt x="2351" y="1"/>
                      <a:pt x="22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40;p18"/>
              <p:cNvSpPr/>
              <p:nvPr/>
            </p:nvSpPr>
            <p:spPr>
              <a:xfrm>
                <a:off x="3145313" y="33729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1" y="0"/>
                      <a:pt x="2052" y="27"/>
                      <a:pt x="1954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5"/>
                    </a:cubicBezTo>
                    <a:lnTo>
                      <a:pt x="2525" y="56"/>
                    </a:lnTo>
                    <a:cubicBezTo>
                      <a:pt x="2445" y="18"/>
                      <a:pt x="2357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41;p18"/>
              <p:cNvSpPr/>
              <p:nvPr/>
            </p:nvSpPr>
            <p:spPr>
              <a:xfrm>
                <a:off x="3232838" y="34235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0" y="0"/>
                      <a:pt x="2051" y="27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498" y="2772"/>
                      <a:pt x="2585" y="2790"/>
                      <a:pt x="2674" y="2790"/>
                    </a:cubicBezTo>
                    <a:cubicBezTo>
                      <a:pt x="2782" y="2790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592"/>
                      <a:pt x="4941" y="1449"/>
                      <a:pt x="4787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42;p18"/>
              <p:cNvSpPr/>
              <p:nvPr/>
            </p:nvSpPr>
            <p:spPr>
              <a:xfrm>
                <a:off x="3320338" y="34741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0"/>
                    </a:moveTo>
                    <a:cubicBezTo>
                      <a:pt x="2161" y="0"/>
                      <a:pt x="2052" y="27"/>
                      <a:pt x="1953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5"/>
                    </a:cubicBezTo>
                    <a:lnTo>
                      <a:pt x="2418" y="2735"/>
                    </a:lnTo>
                    <a:cubicBezTo>
                      <a:pt x="2503" y="2772"/>
                      <a:pt x="2592" y="2791"/>
                      <a:pt x="2679" y="2791"/>
                    </a:cubicBezTo>
                    <a:cubicBezTo>
                      <a:pt x="2786" y="2791"/>
                      <a:pt x="2891" y="2763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99" y="1366"/>
                    </a:cubicBezTo>
                    <a:lnTo>
                      <a:pt x="2525" y="56"/>
                    </a:lnTo>
                    <a:cubicBezTo>
                      <a:pt x="2444" y="18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43;p18"/>
              <p:cNvSpPr/>
              <p:nvPr/>
            </p:nvSpPr>
            <p:spPr>
              <a:xfrm>
                <a:off x="3407863" y="35247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9" y="0"/>
                    </a:moveTo>
                    <a:cubicBezTo>
                      <a:pt x="2162" y="0"/>
                      <a:pt x="2056" y="27"/>
                      <a:pt x="1965" y="80"/>
                    </a:cubicBezTo>
                    <a:lnTo>
                      <a:pt x="191" y="1092"/>
                    </a:lnTo>
                    <a:cubicBezTo>
                      <a:pt x="24" y="1199"/>
                      <a:pt x="0" y="1342"/>
                      <a:pt x="155" y="1425"/>
                    </a:cubicBezTo>
                    <a:lnTo>
                      <a:pt x="2417" y="2735"/>
                    </a:lnTo>
                    <a:cubicBezTo>
                      <a:pt x="2503" y="2772"/>
                      <a:pt x="2591" y="2791"/>
                      <a:pt x="2678" y="2791"/>
                    </a:cubicBezTo>
                    <a:cubicBezTo>
                      <a:pt x="2785" y="2791"/>
                      <a:pt x="2890" y="2763"/>
                      <a:pt x="2989" y="2711"/>
                    </a:cubicBezTo>
                    <a:lnTo>
                      <a:pt x="4751" y="1687"/>
                    </a:lnTo>
                    <a:cubicBezTo>
                      <a:pt x="4929" y="1592"/>
                      <a:pt x="4941" y="1449"/>
                      <a:pt x="4798" y="1366"/>
                    </a:cubicBezTo>
                    <a:lnTo>
                      <a:pt x="2524" y="56"/>
                    </a:lnTo>
                    <a:cubicBezTo>
                      <a:pt x="2444" y="18"/>
                      <a:pt x="2356" y="0"/>
                      <a:pt x="2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544;p18"/>
              <p:cNvSpPr/>
              <p:nvPr/>
            </p:nvSpPr>
            <p:spPr>
              <a:xfrm>
                <a:off x="3495663" y="3575275"/>
                <a:ext cx="1232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5" extrusionOk="0">
                    <a:moveTo>
                      <a:pt x="2253" y="0"/>
                    </a:moveTo>
                    <a:cubicBezTo>
                      <a:pt x="2150" y="0"/>
                      <a:pt x="2048" y="27"/>
                      <a:pt x="1953" y="84"/>
                    </a:cubicBezTo>
                    <a:lnTo>
                      <a:pt x="191" y="1096"/>
                    </a:lnTo>
                    <a:cubicBezTo>
                      <a:pt x="12" y="1191"/>
                      <a:pt x="1" y="1346"/>
                      <a:pt x="143" y="1429"/>
                    </a:cubicBezTo>
                    <a:lnTo>
                      <a:pt x="2406" y="2739"/>
                    </a:lnTo>
                    <a:cubicBezTo>
                      <a:pt x="2491" y="2776"/>
                      <a:pt x="2582" y="2795"/>
                      <a:pt x="2671" y="2795"/>
                    </a:cubicBezTo>
                    <a:cubicBezTo>
                      <a:pt x="2779" y="2795"/>
                      <a:pt x="2885" y="2767"/>
                      <a:pt x="2977" y="2715"/>
                    </a:cubicBezTo>
                    <a:lnTo>
                      <a:pt x="4751" y="1691"/>
                    </a:lnTo>
                    <a:cubicBezTo>
                      <a:pt x="4918" y="1596"/>
                      <a:pt x="4930" y="1441"/>
                      <a:pt x="4787" y="1370"/>
                    </a:cubicBezTo>
                    <a:lnTo>
                      <a:pt x="2525" y="60"/>
                    </a:lnTo>
                    <a:cubicBezTo>
                      <a:pt x="2435" y="21"/>
                      <a:pt x="2343" y="0"/>
                      <a:pt x="22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545;p18"/>
              <p:cNvSpPr/>
              <p:nvPr/>
            </p:nvSpPr>
            <p:spPr>
              <a:xfrm>
                <a:off x="3583163" y="3625975"/>
                <a:ext cx="123575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3" h="2791" extrusionOk="0">
                    <a:moveTo>
                      <a:pt x="2264" y="0"/>
                    </a:moveTo>
                    <a:cubicBezTo>
                      <a:pt x="2157" y="0"/>
                      <a:pt x="2052" y="28"/>
                      <a:pt x="1954" y="80"/>
                    </a:cubicBezTo>
                    <a:lnTo>
                      <a:pt x="191" y="1104"/>
                    </a:lnTo>
                    <a:cubicBezTo>
                      <a:pt x="13" y="1199"/>
                      <a:pt x="1" y="1342"/>
                      <a:pt x="144" y="1425"/>
                    </a:cubicBezTo>
                    <a:lnTo>
                      <a:pt x="2418" y="2735"/>
                    </a:lnTo>
                    <a:cubicBezTo>
                      <a:pt x="2498" y="2772"/>
                      <a:pt x="2586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2" y="1687"/>
                    </a:lnTo>
                    <a:cubicBezTo>
                      <a:pt x="4918" y="1592"/>
                      <a:pt x="4942" y="1437"/>
                      <a:pt x="4799" y="1354"/>
                    </a:cubicBezTo>
                    <a:lnTo>
                      <a:pt x="2525" y="56"/>
                    </a:lnTo>
                    <a:cubicBezTo>
                      <a:pt x="2439" y="19"/>
                      <a:pt x="2351" y="0"/>
                      <a:pt x="226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546;p18"/>
              <p:cNvSpPr/>
              <p:nvPr/>
            </p:nvSpPr>
            <p:spPr>
              <a:xfrm>
                <a:off x="3670688" y="3676275"/>
                <a:ext cx="123550" cy="698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5" extrusionOk="0">
                    <a:moveTo>
                      <a:pt x="2268" y="0"/>
                    </a:moveTo>
                    <a:cubicBezTo>
                      <a:pt x="2160" y="0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43" y="1425"/>
                    </a:cubicBezTo>
                    <a:lnTo>
                      <a:pt x="2417" y="2735"/>
                    </a:lnTo>
                    <a:cubicBezTo>
                      <a:pt x="2501" y="2774"/>
                      <a:pt x="2593" y="2795"/>
                      <a:pt x="2685" y="2795"/>
                    </a:cubicBezTo>
                    <a:cubicBezTo>
                      <a:pt x="2789" y="2795"/>
                      <a:pt x="2894" y="2768"/>
                      <a:pt x="2989" y="2711"/>
                    </a:cubicBezTo>
                    <a:lnTo>
                      <a:pt x="4751" y="1699"/>
                    </a:lnTo>
                    <a:cubicBezTo>
                      <a:pt x="4918" y="1604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4" y="19"/>
                      <a:pt x="2357" y="0"/>
                      <a:pt x="22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547;p18"/>
              <p:cNvSpPr/>
              <p:nvPr/>
            </p:nvSpPr>
            <p:spPr>
              <a:xfrm>
                <a:off x="3758188" y="3726875"/>
                <a:ext cx="123550" cy="6992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7" extrusionOk="0">
                    <a:moveTo>
                      <a:pt x="2270" y="1"/>
                    </a:moveTo>
                    <a:cubicBezTo>
                      <a:pt x="2163" y="1"/>
                      <a:pt x="2057" y="28"/>
                      <a:pt x="1965" y="80"/>
                    </a:cubicBezTo>
                    <a:lnTo>
                      <a:pt x="191" y="1104"/>
                    </a:lnTo>
                    <a:cubicBezTo>
                      <a:pt x="25" y="1199"/>
                      <a:pt x="1" y="1342"/>
                      <a:pt x="156" y="1426"/>
                    </a:cubicBezTo>
                    <a:lnTo>
                      <a:pt x="2418" y="2735"/>
                    </a:lnTo>
                    <a:cubicBezTo>
                      <a:pt x="2504" y="2775"/>
                      <a:pt x="2599" y="2796"/>
                      <a:pt x="2694" y="2796"/>
                    </a:cubicBezTo>
                    <a:cubicBezTo>
                      <a:pt x="2795" y="2796"/>
                      <a:pt x="2897" y="2772"/>
                      <a:pt x="2989" y="2723"/>
                    </a:cubicBezTo>
                    <a:lnTo>
                      <a:pt x="4751" y="1699"/>
                    </a:lnTo>
                    <a:cubicBezTo>
                      <a:pt x="4918" y="1592"/>
                      <a:pt x="4942" y="1449"/>
                      <a:pt x="4787" y="1366"/>
                    </a:cubicBezTo>
                    <a:lnTo>
                      <a:pt x="2525" y="56"/>
                    </a:lnTo>
                    <a:cubicBezTo>
                      <a:pt x="2445" y="19"/>
                      <a:pt x="2357" y="1"/>
                      <a:pt x="22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548;p18"/>
              <p:cNvSpPr/>
              <p:nvPr/>
            </p:nvSpPr>
            <p:spPr>
              <a:xfrm>
                <a:off x="3845713" y="3777475"/>
                <a:ext cx="12355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4942" h="2791" extrusionOk="0">
                    <a:moveTo>
                      <a:pt x="2268" y="1"/>
                    </a:moveTo>
                    <a:cubicBezTo>
                      <a:pt x="2160" y="1"/>
                      <a:pt x="2051" y="28"/>
                      <a:pt x="1953" y="80"/>
                    </a:cubicBezTo>
                    <a:lnTo>
                      <a:pt x="191" y="1104"/>
                    </a:lnTo>
                    <a:cubicBezTo>
                      <a:pt x="24" y="1199"/>
                      <a:pt x="0" y="1342"/>
                      <a:pt x="155" y="1426"/>
                    </a:cubicBezTo>
                    <a:lnTo>
                      <a:pt x="2417" y="2735"/>
                    </a:lnTo>
                    <a:cubicBezTo>
                      <a:pt x="2498" y="2773"/>
                      <a:pt x="2585" y="2791"/>
                      <a:pt x="2674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51" y="1687"/>
                    </a:lnTo>
                    <a:cubicBezTo>
                      <a:pt x="4918" y="1592"/>
                      <a:pt x="4941" y="1449"/>
                      <a:pt x="4799" y="1366"/>
                    </a:cubicBezTo>
                    <a:lnTo>
                      <a:pt x="2524" y="56"/>
                    </a:lnTo>
                    <a:cubicBezTo>
                      <a:pt x="2444" y="19"/>
                      <a:pt x="235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549;p18"/>
              <p:cNvSpPr/>
              <p:nvPr/>
            </p:nvSpPr>
            <p:spPr>
              <a:xfrm>
                <a:off x="3933513" y="3828075"/>
                <a:ext cx="123250" cy="69800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2792" extrusionOk="0">
                    <a:moveTo>
                      <a:pt x="2258" y="1"/>
                    </a:moveTo>
                    <a:cubicBezTo>
                      <a:pt x="2151" y="1"/>
                      <a:pt x="2045" y="28"/>
                      <a:pt x="1953" y="80"/>
                    </a:cubicBezTo>
                    <a:lnTo>
                      <a:pt x="179" y="1092"/>
                    </a:lnTo>
                    <a:cubicBezTo>
                      <a:pt x="13" y="1199"/>
                      <a:pt x="1" y="1342"/>
                      <a:pt x="144" y="1426"/>
                    </a:cubicBezTo>
                    <a:lnTo>
                      <a:pt x="2406" y="2735"/>
                    </a:lnTo>
                    <a:cubicBezTo>
                      <a:pt x="2491" y="2773"/>
                      <a:pt x="2582" y="2791"/>
                      <a:pt x="2672" y="2791"/>
                    </a:cubicBezTo>
                    <a:cubicBezTo>
                      <a:pt x="2782" y="2791"/>
                      <a:pt x="2891" y="2764"/>
                      <a:pt x="2989" y="2711"/>
                    </a:cubicBezTo>
                    <a:lnTo>
                      <a:pt x="4739" y="1688"/>
                    </a:lnTo>
                    <a:cubicBezTo>
                      <a:pt x="4918" y="1592"/>
                      <a:pt x="4930" y="1449"/>
                      <a:pt x="4787" y="1366"/>
                    </a:cubicBezTo>
                    <a:lnTo>
                      <a:pt x="2513" y="56"/>
                    </a:lnTo>
                    <a:cubicBezTo>
                      <a:pt x="2432" y="19"/>
                      <a:pt x="2345" y="1"/>
                      <a:pt x="22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550;p18"/>
              <p:cNvSpPr/>
              <p:nvPr/>
            </p:nvSpPr>
            <p:spPr>
              <a:xfrm>
                <a:off x="3080738" y="324132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2" y="0"/>
                      <a:pt x="2099" y="25"/>
                      <a:pt x="2012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8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8"/>
                      <a:pt x="5310" y="1678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551;p18"/>
              <p:cNvSpPr/>
              <p:nvPr/>
            </p:nvSpPr>
            <p:spPr>
              <a:xfrm>
                <a:off x="3178963" y="32981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31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6" y="3023"/>
                    </a:cubicBezTo>
                    <a:cubicBezTo>
                      <a:pt x="3128" y="3023"/>
                      <a:pt x="3219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22" y="1679"/>
                      <a:pt x="5191" y="1607"/>
                    </a:cubicBezTo>
                    <a:lnTo>
                      <a:pt x="2501" y="47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552;p18"/>
              <p:cNvSpPr/>
              <p:nvPr/>
            </p:nvSpPr>
            <p:spPr>
              <a:xfrm>
                <a:off x="3277488" y="33549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56" y="0"/>
                    </a:moveTo>
                    <a:cubicBezTo>
                      <a:pt x="2170" y="0"/>
                      <a:pt x="2087" y="21"/>
                      <a:pt x="2012" y="64"/>
                    </a:cubicBezTo>
                    <a:lnTo>
                      <a:pt x="155" y="1148"/>
                    </a:lnTo>
                    <a:cubicBezTo>
                      <a:pt x="12" y="1231"/>
                      <a:pt x="0" y="1350"/>
                      <a:pt x="119" y="1422"/>
                    </a:cubicBezTo>
                    <a:lnTo>
                      <a:pt x="2810" y="2981"/>
                    </a:lnTo>
                    <a:cubicBezTo>
                      <a:pt x="2881" y="3009"/>
                      <a:pt x="2957" y="3023"/>
                      <a:pt x="3032" y="3023"/>
                    </a:cubicBezTo>
                    <a:cubicBezTo>
                      <a:pt x="3121" y="3023"/>
                      <a:pt x="3209" y="3003"/>
                      <a:pt x="3286" y="2958"/>
                    </a:cubicBezTo>
                    <a:lnTo>
                      <a:pt x="5156" y="1886"/>
                    </a:lnTo>
                    <a:cubicBezTo>
                      <a:pt x="5299" y="1803"/>
                      <a:pt x="5310" y="1672"/>
                      <a:pt x="5191" y="1600"/>
                    </a:cubicBezTo>
                    <a:lnTo>
                      <a:pt x="2489" y="53"/>
                    </a:lnTo>
                    <a:cubicBezTo>
                      <a:pt x="2414" y="18"/>
                      <a:pt x="2334" y="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553;p18"/>
              <p:cNvSpPr/>
              <p:nvPr/>
            </p:nvSpPr>
            <p:spPr>
              <a:xfrm>
                <a:off x="3375713" y="341157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1"/>
                    </a:cubicBezTo>
                    <a:lnTo>
                      <a:pt x="167" y="1143"/>
                    </a:lnTo>
                    <a:cubicBezTo>
                      <a:pt x="24" y="1226"/>
                      <a:pt x="0" y="1345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554;p18"/>
              <p:cNvSpPr/>
              <p:nvPr/>
            </p:nvSpPr>
            <p:spPr>
              <a:xfrm>
                <a:off x="3473938" y="3468425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1"/>
                    </a:moveTo>
                    <a:cubicBezTo>
                      <a:pt x="2195" y="1"/>
                      <a:pt x="2104" y="25"/>
                      <a:pt x="2024" y="72"/>
                    </a:cubicBezTo>
                    <a:lnTo>
                      <a:pt x="167" y="1143"/>
                    </a:lnTo>
                    <a:cubicBezTo>
                      <a:pt x="24" y="1226"/>
                      <a:pt x="0" y="1346"/>
                      <a:pt x="131" y="1417"/>
                    </a:cubicBezTo>
                    <a:lnTo>
                      <a:pt x="2822" y="2977"/>
                    </a:lnTo>
                    <a:cubicBezTo>
                      <a:pt x="2891" y="3008"/>
                      <a:pt x="2964" y="3024"/>
                      <a:pt x="3036" y="3024"/>
                    </a:cubicBezTo>
                    <a:cubicBezTo>
                      <a:pt x="3128" y="3024"/>
                      <a:pt x="3219" y="2999"/>
                      <a:pt x="3298" y="2953"/>
                    </a:cubicBezTo>
                    <a:lnTo>
                      <a:pt x="5168" y="1881"/>
                    </a:lnTo>
                    <a:cubicBezTo>
                      <a:pt x="5311" y="1798"/>
                      <a:pt x="5322" y="1679"/>
                      <a:pt x="5203" y="1607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555;p18"/>
              <p:cNvSpPr/>
              <p:nvPr/>
            </p:nvSpPr>
            <p:spPr>
              <a:xfrm>
                <a:off x="3572463" y="3525275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1"/>
                    </a:moveTo>
                    <a:cubicBezTo>
                      <a:pt x="2192" y="1"/>
                      <a:pt x="2099" y="25"/>
                      <a:pt x="2013" y="72"/>
                    </a:cubicBezTo>
                    <a:lnTo>
                      <a:pt x="155" y="1143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2810" y="2977"/>
                    </a:lnTo>
                    <a:cubicBezTo>
                      <a:pt x="2879" y="3008"/>
                      <a:pt x="2952" y="3024"/>
                      <a:pt x="3026" y="3024"/>
                    </a:cubicBezTo>
                    <a:cubicBezTo>
                      <a:pt x="3118" y="3024"/>
                      <a:pt x="3212" y="2999"/>
                      <a:pt x="3298" y="2953"/>
                    </a:cubicBezTo>
                    <a:lnTo>
                      <a:pt x="5156" y="1881"/>
                    </a:lnTo>
                    <a:cubicBezTo>
                      <a:pt x="5299" y="1798"/>
                      <a:pt x="5311" y="1679"/>
                      <a:pt x="5191" y="1608"/>
                    </a:cubicBezTo>
                    <a:lnTo>
                      <a:pt x="2501" y="48"/>
                    </a:lnTo>
                    <a:cubicBezTo>
                      <a:pt x="2432" y="16"/>
                      <a:pt x="2359" y="1"/>
                      <a:pt x="228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556;p18"/>
              <p:cNvSpPr/>
              <p:nvPr/>
            </p:nvSpPr>
            <p:spPr>
              <a:xfrm>
                <a:off x="3670688" y="358200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68" y="1"/>
                    </a:moveTo>
                    <a:cubicBezTo>
                      <a:pt x="2182" y="1"/>
                      <a:pt x="2099" y="22"/>
                      <a:pt x="2024" y="65"/>
                    </a:cubicBezTo>
                    <a:lnTo>
                      <a:pt x="167" y="1148"/>
                    </a:lnTo>
                    <a:cubicBezTo>
                      <a:pt x="12" y="1232"/>
                      <a:pt x="0" y="1351"/>
                      <a:pt x="131" y="1422"/>
                    </a:cubicBezTo>
                    <a:lnTo>
                      <a:pt x="2822" y="2982"/>
                    </a:lnTo>
                    <a:cubicBezTo>
                      <a:pt x="2893" y="3009"/>
                      <a:pt x="2969" y="3024"/>
                      <a:pt x="3044" y="3024"/>
                    </a:cubicBezTo>
                    <a:cubicBezTo>
                      <a:pt x="3133" y="3024"/>
                      <a:pt x="3221" y="3003"/>
                      <a:pt x="3298" y="2958"/>
                    </a:cubicBezTo>
                    <a:lnTo>
                      <a:pt x="5156" y="1887"/>
                    </a:lnTo>
                    <a:cubicBezTo>
                      <a:pt x="5299" y="1803"/>
                      <a:pt x="5323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557;p18"/>
              <p:cNvSpPr/>
              <p:nvPr/>
            </p:nvSpPr>
            <p:spPr>
              <a:xfrm>
                <a:off x="3769213" y="3638850"/>
                <a:ext cx="132775" cy="75575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3" extrusionOk="0">
                    <a:moveTo>
                      <a:pt x="2266" y="1"/>
                    </a:moveTo>
                    <a:cubicBezTo>
                      <a:pt x="2180" y="1"/>
                      <a:pt x="2093" y="22"/>
                      <a:pt x="2013" y="65"/>
                    </a:cubicBezTo>
                    <a:lnTo>
                      <a:pt x="155" y="1137"/>
                    </a:lnTo>
                    <a:cubicBezTo>
                      <a:pt x="12" y="1220"/>
                      <a:pt x="0" y="1351"/>
                      <a:pt x="119" y="1422"/>
                    </a:cubicBezTo>
                    <a:lnTo>
                      <a:pt x="2810" y="2970"/>
                    </a:lnTo>
                    <a:cubicBezTo>
                      <a:pt x="2885" y="3004"/>
                      <a:pt x="2965" y="3022"/>
                      <a:pt x="3045" y="3022"/>
                    </a:cubicBezTo>
                    <a:cubicBezTo>
                      <a:pt x="3131" y="3022"/>
                      <a:pt x="3218" y="3001"/>
                      <a:pt x="3298" y="2958"/>
                    </a:cubicBezTo>
                    <a:lnTo>
                      <a:pt x="5156" y="1875"/>
                    </a:lnTo>
                    <a:cubicBezTo>
                      <a:pt x="5299" y="1803"/>
                      <a:pt x="5311" y="1672"/>
                      <a:pt x="5192" y="1601"/>
                    </a:cubicBezTo>
                    <a:lnTo>
                      <a:pt x="2501" y="53"/>
                    </a:lnTo>
                    <a:cubicBezTo>
                      <a:pt x="2426" y="19"/>
                      <a:pt x="2346" y="1"/>
                      <a:pt x="22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558;p18"/>
              <p:cNvSpPr/>
              <p:nvPr/>
            </p:nvSpPr>
            <p:spPr>
              <a:xfrm>
                <a:off x="3867438" y="369555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85" y="0"/>
                    </a:moveTo>
                    <a:cubicBezTo>
                      <a:pt x="2193" y="0"/>
                      <a:pt x="2099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57"/>
                      <a:pt x="120" y="1428"/>
                    </a:cubicBezTo>
                    <a:lnTo>
                      <a:pt x="2822" y="2976"/>
                    </a:lnTo>
                    <a:cubicBezTo>
                      <a:pt x="2891" y="3008"/>
                      <a:pt x="2962" y="3023"/>
                      <a:pt x="3033" y="3023"/>
                    </a:cubicBezTo>
                    <a:cubicBezTo>
                      <a:pt x="3122" y="3023"/>
                      <a:pt x="3212" y="2999"/>
                      <a:pt x="3298" y="2952"/>
                    </a:cubicBezTo>
                    <a:lnTo>
                      <a:pt x="5156" y="1881"/>
                    </a:lnTo>
                    <a:cubicBezTo>
                      <a:pt x="5299" y="1797"/>
                      <a:pt x="5311" y="1678"/>
                      <a:pt x="5192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559;p18"/>
              <p:cNvSpPr/>
              <p:nvPr/>
            </p:nvSpPr>
            <p:spPr>
              <a:xfrm>
                <a:off x="3965963" y="3752400"/>
                <a:ext cx="1327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11" h="3024" extrusionOk="0">
                    <a:moveTo>
                      <a:pt x="2274" y="0"/>
                    </a:moveTo>
                    <a:cubicBezTo>
                      <a:pt x="2183" y="0"/>
                      <a:pt x="2092" y="25"/>
                      <a:pt x="2013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19" y="1417"/>
                    </a:cubicBezTo>
                    <a:lnTo>
                      <a:pt x="2810" y="2976"/>
                    </a:lnTo>
                    <a:cubicBezTo>
                      <a:pt x="2879" y="3008"/>
                      <a:pt x="2952" y="3023"/>
                      <a:pt x="3025" y="3023"/>
                    </a:cubicBezTo>
                    <a:cubicBezTo>
                      <a:pt x="3116" y="3023"/>
                      <a:pt x="3207" y="2999"/>
                      <a:pt x="3287" y="2952"/>
                    </a:cubicBezTo>
                    <a:lnTo>
                      <a:pt x="5156" y="1881"/>
                    </a:lnTo>
                    <a:cubicBezTo>
                      <a:pt x="5299" y="1798"/>
                      <a:pt x="5311" y="1678"/>
                      <a:pt x="5192" y="1607"/>
                    </a:cubicBezTo>
                    <a:lnTo>
                      <a:pt x="2489" y="47"/>
                    </a:lnTo>
                    <a:cubicBezTo>
                      <a:pt x="2420" y="16"/>
                      <a:pt x="2347" y="0"/>
                      <a:pt x="227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560;p18"/>
              <p:cNvSpPr/>
              <p:nvPr/>
            </p:nvSpPr>
            <p:spPr>
              <a:xfrm>
                <a:off x="4064188" y="3809250"/>
                <a:ext cx="133075" cy="75600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3024" extrusionOk="0">
                    <a:moveTo>
                      <a:pt x="2286" y="0"/>
                    </a:moveTo>
                    <a:cubicBezTo>
                      <a:pt x="2195" y="0"/>
                      <a:pt x="2104" y="25"/>
                      <a:pt x="2025" y="71"/>
                    </a:cubicBezTo>
                    <a:lnTo>
                      <a:pt x="155" y="1143"/>
                    </a:lnTo>
                    <a:cubicBezTo>
                      <a:pt x="12" y="1226"/>
                      <a:pt x="0" y="1345"/>
                      <a:pt x="120" y="1417"/>
                    </a:cubicBezTo>
                    <a:lnTo>
                      <a:pt x="2822" y="2976"/>
                    </a:lnTo>
                    <a:cubicBezTo>
                      <a:pt x="2891" y="3008"/>
                      <a:pt x="2964" y="3023"/>
                      <a:pt x="3037" y="3023"/>
                    </a:cubicBezTo>
                    <a:cubicBezTo>
                      <a:pt x="3128" y="3023"/>
                      <a:pt x="3219" y="2999"/>
                      <a:pt x="3299" y="2953"/>
                    </a:cubicBezTo>
                    <a:lnTo>
                      <a:pt x="5168" y="1881"/>
                    </a:lnTo>
                    <a:cubicBezTo>
                      <a:pt x="5311" y="1798"/>
                      <a:pt x="5323" y="1667"/>
                      <a:pt x="5204" y="1607"/>
                    </a:cubicBezTo>
                    <a:lnTo>
                      <a:pt x="2501" y="47"/>
                    </a:lnTo>
                    <a:cubicBezTo>
                      <a:pt x="2432" y="16"/>
                      <a:pt x="2359" y="0"/>
                      <a:pt x="22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561;p18"/>
              <p:cNvSpPr/>
              <p:nvPr/>
            </p:nvSpPr>
            <p:spPr>
              <a:xfrm>
                <a:off x="3915663" y="4005975"/>
                <a:ext cx="145875" cy="83075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3" extrusionOk="0">
                    <a:moveTo>
                      <a:pt x="2283" y="0"/>
                    </a:moveTo>
                    <a:cubicBezTo>
                      <a:pt x="2200" y="0"/>
                      <a:pt x="2119" y="22"/>
                      <a:pt x="2048" y="60"/>
                    </a:cubicBezTo>
                    <a:lnTo>
                      <a:pt x="155" y="1156"/>
                    </a:lnTo>
                    <a:cubicBezTo>
                      <a:pt x="12" y="1227"/>
                      <a:pt x="0" y="1346"/>
                      <a:pt x="119" y="1418"/>
                    </a:cubicBezTo>
                    <a:lnTo>
                      <a:pt x="3346" y="3275"/>
                    </a:lnTo>
                    <a:cubicBezTo>
                      <a:pt x="3411" y="3308"/>
                      <a:pt x="3482" y="3323"/>
                      <a:pt x="3553" y="3323"/>
                    </a:cubicBezTo>
                    <a:cubicBezTo>
                      <a:pt x="3637" y="3323"/>
                      <a:pt x="3721" y="3302"/>
                      <a:pt x="3798" y="3263"/>
                    </a:cubicBezTo>
                    <a:lnTo>
                      <a:pt x="5680" y="2168"/>
                    </a:lnTo>
                    <a:cubicBezTo>
                      <a:pt x="5811" y="2096"/>
                      <a:pt x="5834" y="1977"/>
                      <a:pt x="5715" y="1906"/>
                    </a:cubicBezTo>
                    <a:lnTo>
                      <a:pt x="2489" y="48"/>
                    </a:lnTo>
                    <a:cubicBezTo>
                      <a:pt x="2423" y="16"/>
                      <a:pt x="2353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562;p18"/>
              <p:cNvSpPr/>
              <p:nvPr/>
            </p:nvSpPr>
            <p:spPr>
              <a:xfrm>
                <a:off x="3809388" y="3944650"/>
                <a:ext cx="145875" cy="8310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24" extrusionOk="0">
                    <a:moveTo>
                      <a:pt x="2282" y="1"/>
                    </a:moveTo>
                    <a:cubicBezTo>
                      <a:pt x="2198" y="1"/>
                      <a:pt x="2114" y="22"/>
                      <a:pt x="2037" y="61"/>
                    </a:cubicBezTo>
                    <a:lnTo>
                      <a:pt x="156" y="1156"/>
                    </a:lnTo>
                    <a:cubicBezTo>
                      <a:pt x="13" y="1227"/>
                      <a:pt x="1" y="1347"/>
                      <a:pt x="120" y="1418"/>
                    </a:cubicBezTo>
                    <a:lnTo>
                      <a:pt x="3346" y="3275"/>
                    </a:lnTo>
                    <a:cubicBezTo>
                      <a:pt x="3412" y="3308"/>
                      <a:pt x="3482" y="3323"/>
                      <a:pt x="3552" y="3323"/>
                    </a:cubicBezTo>
                    <a:cubicBezTo>
                      <a:pt x="3635" y="3323"/>
                      <a:pt x="3716" y="3302"/>
                      <a:pt x="3787" y="3263"/>
                    </a:cubicBezTo>
                    <a:lnTo>
                      <a:pt x="5680" y="2168"/>
                    </a:lnTo>
                    <a:cubicBezTo>
                      <a:pt x="5811" y="2097"/>
                      <a:pt x="5835" y="1978"/>
                      <a:pt x="5716" y="1906"/>
                    </a:cubicBezTo>
                    <a:lnTo>
                      <a:pt x="2489" y="49"/>
                    </a:lnTo>
                    <a:cubicBezTo>
                      <a:pt x="2424" y="16"/>
                      <a:pt x="2353" y="1"/>
                      <a:pt x="228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563;p18"/>
              <p:cNvSpPr/>
              <p:nvPr/>
            </p:nvSpPr>
            <p:spPr>
              <a:xfrm>
                <a:off x="3703138" y="3883350"/>
                <a:ext cx="145875" cy="82950"/>
              </a:xfrm>
              <a:custGeom>
                <a:avLst/>
                <a:gdLst/>
                <a:ahLst/>
                <a:cxnLst/>
                <a:rect l="l" t="t" r="r" b="b"/>
                <a:pathLst>
                  <a:path w="5835" h="3318" extrusionOk="0">
                    <a:moveTo>
                      <a:pt x="2282" y="0"/>
                    </a:moveTo>
                    <a:cubicBezTo>
                      <a:pt x="2198" y="0"/>
                      <a:pt x="2114" y="21"/>
                      <a:pt x="2036" y="60"/>
                    </a:cubicBezTo>
                    <a:lnTo>
                      <a:pt x="143" y="1155"/>
                    </a:lnTo>
                    <a:cubicBezTo>
                      <a:pt x="12" y="1227"/>
                      <a:pt x="0" y="1346"/>
                      <a:pt x="119" y="1417"/>
                    </a:cubicBezTo>
                    <a:lnTo>
                      <a:pt x="3346" y="3275"/>
                    </a:lnTo>
                    <a:cubicBezTo>
                      <a:pt x="3414" y="3303"/>
                      <a:pt x="3488" y="3318"/>
                      <a:pt x="3560" y="3318"/>
                    </a:cubicBezTo>
                    <a:cubicBezTo>
                      <a:pt x="3640" y="3318"/>
                      <a:pt x="3718" y="3300"/>
                      <a:pt x="3786" y="3263"/>
                    </a:cubicBezTo>
                    <a:lnTo>
                      <a:pt x="5679" y="2167"/>
                    </a:lnTo>
                    <a:cubicBezTo>
                      <a:pt x="5810" y="2084"/>
                      <a:pt x="5834" y="1977"/>
                      <a:pt x="5715" y="1905"/>
                    </a:cubicBezTo>
                    <a:lnTo>
                      <a:pt x="2489" y="48"/>
                    </a:lnTo>
                    <a:cubicBezTo>
                      <a:pt x="2423" y="15"/>
                      <a:pt x="2353" y="0"/>
                      <a:pt x="22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564;p18"/>
              <p:cNvSpPr/>
              <p:nvPr/>
            </p:nvSpPr>
            <p:spPr>
              <a:xfrm>
                <a:off x="3042338" y="3501700"/>
                <a:ext cx="700400" cy="403300"/>
              </a:xfrm>
              <a:custGeom>
                <a:avLst/>
                <a:gdLst/>
                <a:ahLst/>
                <a:cxnLst/>
                <a:rect l="l" t="t" r="r" b="b"/>
                <a:pathLst>
                  <a:path w="28016" h="16132" extrusionOk="0">
                    <a:moveTo>
                      <a:pt x="2294" y="0"/>
                    </a:moveTo>
                    <a:cubicBezTo>
                      <a:pt x="2206" y="0"/>
                      <a:pt x="2117" y="22"/>
                      <a:pt x="2036" y="62"/>
                    </a:cubicBezTo>
                    <a:lnTo>
                      <a:pt x="155" y="1158"/>
                    </a:lnTo>
                    <a:cubicBezTo>
                      <a:pt x="12" y="1229"/>
                      <a:pt x="0" y="1348"/>
                      <a:pt x="119" y="1419"/>
                    </a:cubicBezTo>
                    <a:lnTo>
                      <a:pt x="25539" y="16088"/>
                    </a:lnTo>
                    <a:cubicBezTo>
                      <a:pt x="25607" y="16116"/>
                      <a:pt x="25678" y="16131"/>
                      <a:pt x="25749" y="16131"/>
                    </a:cubicBezTo>
                    <a:cubicBezTo>
                      <a:pt x="25827" y="16131"/>
                      <a:pt x="25905" y="16113"/>
                      <a:pt x="25980" y="16076"/>
                    </a:cubicBezTo>
                    <a:lnTo>
                      <a:pt x="27873" y="14981"/>
                    </a:lnTo>
                    <a:cubicBezTo>
                      <a:pt x="28004" y="14897"/>
                      <a:pt x="28016" y="14790"/>
                      <a:pt x="27909" y="14719"/>
                    </a:cubicBezTo>
                    <a:lnTo>
                      <a:pt x="2489" y="38"/>
                    </a:lnTo>
                    <a:cubicBezTo>
                      <a:pt x="2427" y="13"/>
                      <a:pt x="2361" y="0"/>
                      <a:pt x="22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" name="Google Shape;565;p18"/>
            <p:cNvSpPr/>
            <p:nvPr/>
          </p:nvSpPr>
          <p:spPr>
            <a:xfrm>
              <a:off x="3548638" y="2988300"/>
              <a:ext cx="838525" cy="489075"/>
            </a:xfrm>
            <a:custGeom>
              <a:avLst/>
              <a:gdLst/>
              <a:ahLst/>
              <a:cxnLst/>
              <a:rect l="l" t="t" r="r" b="b"/>
              <a:pathLst>
                <a:path w="33541" h="19563" extrusionOk="0">
                  <a:moveTo>
                    <a:pt x="32481" y="13526"/>
                  </a:moveTo>
                  <a:lnTo>
                    <a:pt x="9585" y="298"/>
                  </a:lnTo>
                  <a:cubicBezTo>
                    <a:pt x="9073" y="0"/>
                    <a:pt x="8180" y="48"/>
                    <a:pt x="7585" y="381"/>
                  </a:cubicBezTo>
                  <a:lnTo>
                    <a:pt x="680" y="4370"/>
                  </a:lnTo>
                  <a:lnTo>
                    <a:pt x="1" y="4215"/>
                  </a:lnTo>
                  <a:lnTo>
                    <a:pt x="1" y="5132"/>
                  </a:lnTo>
                  <a:cubicBezTo>
                    <a:pt x="25" y="5346"/>
                    <a:pt x="156" y="5537"/>
                    <a:pt x="346" y="5632"/>
                  </a:cubicBezTo>
                  <a:lnTo>
                    <a:pt x="23968" y="19265"/>
                  </a:lnTo>
                  <a:cubicBezTo>
                    <a:pt x="24480" y="19562"/>
                    <a:pt x="25373" y="19527"/>
                    <a:pt x="25968" y="19181"/>
                  </a:cubicBezTo>
                  <a:lnTo>
                    <a:pt x="33053" y="15098"/>
                  </a:lnTo>
                  <a:cubicBezTo>
                    <a:pt x="33374" y="14907"/>
                    <a:pt x="33541" y="14669"/>
                    <a:pt x="33541" y="14443"/>
                  </a:cubicBezTo>
                  <a:lnTo>
                    <a:pt x="33541" y="1352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66;p18"/>
            <p:cNvSpPr/>
            <p:nvPr/>
          </p:nvSpPr>
          <p:spPr>
            <a:xfrm>
              <a:off x="3548638" y="2968000"/>
              <a:ext cx="838525" cy="484075"/>
            </a:xfrm>
            <a:custGeom>
              <a:avLst/>
              <a:gdLst/>
              <a:ahLst/>
              <a:cxnLst/>
              <a:rect l="l" t="t" r="r" b="b"/>
              <a:pathLst>
                <a:path w="33541" h="19363" extrusionOk="0">
                  <a:moveTo>
                    <a:pt x="8720" y="1"/>
                  </a:moveTo>
                  <a:cubicBezTo>
                    <a:pt x="8327" y="1"/>
                    <a:pt x="7911" y="94"/>
                    <a:pt x="7585" y="277"/>
                  </a:cubicBezTo>
                  <a:lnTo>
                    <a:pt x="489" y="4372"/>
                  </a:lnTo>
                  <a:cubicBezTo>
                    <a:pt x="168" y="4563"/>
                    <a:pt x="1" y="4801"/>
                    <a:pt x="1" y="5027"/>
                  </a:cubicBezTo>
                  <a:cubicBezTo>
                    <a:pt x="25" y="5242"/>
                    <a:pt x="156" y="5432"/>
                    <a:pt x="346" y="5527"/>
                  </a:cubicBezTo>
                  <a:lnTo>
                    <a:pt x="23968" y="19160"/>
                  </a:lnTo>
                  <a:cubicBezTo>
                    <a:pt x="24202" y="19296"/>
                    <a:pt x="24517" y="19363"/>
                    <a:pt x="24845" y="19363"/>
                  </a:cubicBezTo>
                  <a:cubicBezTo>
                    <a:pt x="25235" y="19363"/>
                    <a:pt x="25646" y="19269"/>
                    <a:pt x="25968" y="19088"/>
                  </a:cubicBezTo>
                  <a:lnTo>
                    <a:pt x="33053" y="14993"/>
                  </a:lnTo>
                  <a:cubicBezTo>
                    <a:pt x="33374" y="14802"/>
                    <a:pt x="33541" y="14564"/>
                    <a:pt x="33541" y="14338"/>
                  </a:cubicBezTo>
                  <a:cubicBezTo>
                    <a:pt x="33529" y="14112"/>
                    <a:pt x="33398" y="13921"/>
                    <a:pt x="33195" y="13838"/>
                  </a:cubicBezTo>
                  <a:lnTo>
                    <a:pt x="9585" y="193"/>
                  </a:lnTo>
                  <a:cubicBezTo>
                    <a:pt x="9354" y="64"/>
                    <a:pt x="9045" y="1"/>
                    <a:pt x="8720" y="1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67;p18"/>
            <p:cNvSpPr/>
            <p:nvPr/>
          </p:nvSpPr>
          <p:spPr>
            <a:xfrm>
              <a:off x="3760888" y="2885900"/>
              <a:ext cx="414350" cy="444425"/>
            </a:xfrm>
            <a:custGeom>
              <a:avLst/>
              <a:gdLst/>
              <a:ahLst/>
              <a:cxnLst/>
              <a:rect l="l" t="t" r="r" b="b"/>
              <a:pathLst>
                <a:path w="16574" h="17777" extrusionOk="0">
                  <a:moveTo>
                    <a:pt x="14323" y="8073"/>
                  </a:moveTo>
                  <a:lnTo>
                    <a:pt x="0" y="1"/>
                  </a:lnTo>
                  <a:lnTo>
                    <a:pt x="0" y="8680"/>
                  </a:lnTo>
                  <a:cubicBezTo>
                    <a:pt x="0" y="8728"/>
                    <a:pt x="24" y="8764"/>
                    <a:pt x="71" y="8787"/>
                  </a:cubicBezTo>
                  <a:lnTo>
                    <a:pt x="15526" y="17705"/>
                  </a:lnTo>
                  <a:cubicBezTo>
                    <a:pt x="15669" y="17777"/>
                    <a:pt x="15835" y="17765"/>
                    <a:pt x="15966" y="17693"/>
                  </a:cubicBezTo>
                  <a:lnTo>
                    <a:pt x="16466" y="17408"/>
                  </a:lnTo>
                  <a:cubicBezTo>
                    <a:pt x="16526" y="17372"/>
                    <a:pt x="16574" y="17324"/>
                    <a:pt x="16574" y="17253"/>
                  </a:cubicBezTo>
                  <a:lnTo>
                    <a:pt x="16574" y="8573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68;p18"/>
            <p:cNvSpPr/>
            <p:nvPr/>
          </p:nvSpPr>
          <p:spPr>
            <a:xfrm>
              <a:off x="3759688" y="2873400"/>
              <a:ext cx="415550" cy="239350"/>
            </a:xfrm>
            <a:custGeom>
              <a:avLst/>
              <a:gdLst/>
              <a:ahLst/>
              <a:cxnLst/>
              <a:rect l="l" t="t" r="r" b="b"/>
              <a:pathLst>
                <a:path w="16622" h="9574" extrusionOk="0">
                  <a:moveTo>
                    <a:pt x="878" y="0"/>
                  </a:moveTo>
                  <a:cubicBezTo>
                    <a:pt x="796" y="0"/>
                    <a:pt x="714" y="21"/>
                    <a:pt x="643" y="60"/>
                  </a:cubicBezTo>
                  <a:lnTo>
                    <a:pt x="143" y="346"/>
                  </a:lnTo>
                  <a:cubicBezTo>
                    <a:pt x="12" y="429"/>
                    <a:pt x="0" y="536"/>
                    <a:pt x="119" y="608"/>
                  </a:cubicBezTo>
                  <a:lnTo>
                    <a:pt x="15574" y="9526"/>
                  </a:lnTo>
                  <a:cubicBezTo>
                    <a:pt x="15639" y="9558"/>
                    <a:pt x="15707" y="9574"/>
                    <a:pt x="15776" y="9574"/>
                  </a:cubicBezTo>
                  <a:cubicBezTo>
                    <a:pt x="15856" y="9574"/>
                    <a:pt x="15937" y="9552"/>
                    <a:pt x="16014" y="9514"/>
                  </a:cubicBezTo>
                  <a:lnTo>
                    <a:pt x="16502" y="9228"/>
                  </a:lnTo>
                  <a:cubicBezTo>
                    <a:pt x="16562" y="9204"/>
                    <a:pt x="16610" y="9145"/>
                    <a:pt x="16622" y="9073"/>
                  </a:cubicBezTo>
                  <a:cubicBezTo>
                    <a:pt x="16610" y="9026"/>
                    <a:pt x="16586" y="8990"/>
                    <a:pt x="16538" y="8966"/>
                  </a:cubicBezTo>
                  <a:lnTo>
                    <a:pt x="1084" y="48"/>
                  </a:lnTo>
                  <a:cubicBezTo>
                    <a:pt x="1018" y="15"/>
                    <a:pt x="948" y="0"/>
                    <a:pt x="87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69;p18"/>
            <p:cNvSpPr/>
            <p:nvPr/>
          </p:nvSpPr>
          <p:spPr>
            <a:xfrm>
              <a:off x="3248613" y="1504175"/>
              <a:ext cx="1450200" cy="1892225"/>
            </a:xfrm>
            <a:custGeom>
              <a:avLst/>
              <a:gdLst/>
              <a:ahLst/>
              <a:cxnLst/>
              <a:rect l="l" t="t" r="r" b="b"/>
              <a:pathLst>
                <a:path w="58008" h="75689" extrusionOk="0">
                  <a:moveTo>
                    <a:pt x="56710" y="31219"/>
                  </a:moveTo>
                  <a:lnTo>
                    <a:pt x="2977" y="203"/>
                  </a:lnTo>
                  <a:cubicBezTo>
                    <a:pt x="2655" y="13"/>
                    <a:pt x="2358" y="1"/>
                    <a:pt x="2132" y="132"/>
                  </a:cubicBezTo>
                  <a:lnTo>
                    <a:pt x="0" y="1358"/>
                  </a:lnTo>
                  <a:lnTo>
                    <a:pt x="1679" y="2549"/>
                  </a:lnTo>
                  <a:lnTo>
                    <a:pt x="1679" y="40875"/>
                  </a:lnTo>
                  <a:cubicBezTo>
                    <a:pt x="1679" y="41828"/>
                    <a:pt x="2263" y="42947"/>
                    <a:pt x="2977" y="43363"/>
                  </a:cubicBezTo>
                  <a:lnTo>
                    <a:pt x="55353" y="73605"/>
                  </a:lnTo>
                  <a:lnTo>
                    <a:pt x="55424" y="75689"/>
                  </a:lnTo>
                  <a:lnTo>
                    <a:pt x="57555" y="74451"/>
                  </a:lnTo>
                  <a:cubicBezTo>
                    <a:pt x="57829" y="74296"/>
                    <a:pt x="58008" y="73927"/>
                    <a:pt x="58008" y="73403"/>
                  </a:cubicBezTo>
                  <a:lnTo>
                    <a:pt x="58008" y="33707"/>
                  </a:lnTo>
                  <a:cubicBezTo>
                    <a:pt x="58008" y="32743"/>
                    <a:pt x="57424" y="31636"/>
                    <a:pt x="56710" y="31219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70;p18"/>
            <p:cNvSpPr/>
            <p:nvPr/>
          </p:nvSpPr>
          <p:spPr>
            <a:xfrm>
              <a:off x="3237288" y="1535150"/>
              <a:ext cx="1408250" cy="1864225"/>
            </a:xfrm>
            <a:custGeom>
              <a:avLst/>
              <a:gdLst/>
              <a:ahLst/>
              <a:cxnLst/>
              <a:rect l="l" t="t" r="r" b="b"/>
              <a:pathLst>
                <a:path w="56330" h="74569" extrusionOk="0">
                  <a:moveTo>
                    <a:pt x="55032" y="31206"/>
                  </a:moveTo>
                  <a:lnTo>
                    <a:pt x="1299" y="203"/>
                  </a:lnTo>
                  <a:cubicBezTo>
                    <a:pt x="977" y="12"/>
                    <a:pt x="680" y="0"/>
                    <a:pt x="453" y="131"/>
                  </a:cubicBezTo>
                  <a:cubicBezTo>
                    <a:pt x="180" y="286"/>
                    <a:pt x="1" y="655"/>
                    <a:pt x="1" y="1179"/>
                  </a:cubicBezTo>
                  <a:lnTo>
                    <a:pt x="1" y="40862"/>
                  </a:lnTo>
                  <a:cubicBezTo>
                    <a:pt x="1" y="41827"/>
                    <a:pt x="584" y="42934"/>
                    <a:pt x="1299" y="43351"/>
                  </a:cubicBezTo>
                  <a:lnTo>
                    <a:pt x="55032" y="74367"/>
                  </a:lnTo>
                  <a:cubicBezTo>
                    <a:pt x="55353" y="74557"/>
                    <a:pt x="55651" y="74569"/>
                    <a:pt x="55877" y="74438"/>
                  </a:cubicBezTo>
                  <a:cubicBezTo>
                    <a:pt x="56151" y="74283"/>
                    <a:pt x="56329" y="73914"/>
                    <a:pt x="56329" y="73390"/>
                  </a:cubicBezTo>
                  <a:lnTo>
                    <a:pt x="56329" y="33695"/>
                  </a:lnTo>
                  <a:cubicBezTo>
                    <a:pt x="56329" y="32742"/>
                    <a:pt x="55746" y="31623"/>
                    <a:pt x="55032" y="31206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71;p18"/>
            <p:cNvSpPr/>
            <p:nvPr/>
          </p:nvSpPr>
          <p:spPr>
            <a:xfrm>
              <a:off x="3266763" y="1573550"/>
              <a:ext cx="1349000" cy="1787150"/>
            </a:xfrm>
            <a:custGeom>
              <a:avLst/>
              <a:gdLst/>
              <a:ahLst/>
              <a:cxnLst/>
              <a:rect l="l" t="t" r="r" b="b"/>
              <a:pathLst>
                <a:path w="53960" h="71486" extrusionOk="0">
                  <a:moveTo>
                    <a:pt x="53174" y="30492"/>
                  </a:moveTo>
                  <a:lnTo>
                    <a:pt x="798" y="250"/>
                  </a:lnTo>
                  <a:cubicBezTo>
                    <a:pt x="358" y="0"/>
                    <a:pt x="1" y="274"/>
                    <a:pt x="1" y="845"/>
                  </a:cubicBezTo>
                  <a:lnTo>
                    <a:pt x="1" y="39481"/>
                  </a:lnTo>
                  <a:cubicBezTo>
                    <a:pt x="1" y="40065"/>
                    <a:pt x="358" y="40743"/>
                    <a:pt x="798" y="40993"/>
                  </a:cubicBezTo>
                  <a:lnTo>
                    <a:pt x="53174" y="71235"/>
                  </a:lnTo>
                  <a:cubicBezTo>
                    <a:pt x="53603" y="71485"/>
                    <a:pt x="53960" y="71223"/>
                    <a:pt x="53960" y="70640"/>
                  </a:cubicBezTo>
                  <a:lnTo>
                    <a:pt x="53960" y="32004"/>
                  </a:lnTo>
                  <a:cubicBezTo>
                    <a:pt x="53960" y="31421"/>
                    <a:pt x="53614" y="30742"/>
                    <a:pt x="53174" y="30492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591;p18"/>
          <p:cNvSpPr txBox="1"/>
          <p:nvPr/>
        </p:nvSpPr>
        <p:spPr>
          <a:xfrm flipH="1">
            <a:off x="4088850" y="1688910"/>
            <a:ext cx="4140750" cy="302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rgbClr val="965FF4"/>
              </a:buClr>
              <a:buFont typeface="Wingdings" panose="05000000000000000000" pitchFamily="2" charset="2"/>
              <a:buChar char="§"/>
            </a:pPr>
            <a:r>
              <a:rPr lang="pt-BR" sz="1600" dirty="0" smtClean="0"/>
              <a:t>Gerenciamento de contas de utilizadores e permissões.</a:t>
            </a:r>
            <a:endParaRPr lang="pt-BR" sz="1600" dirty="0" smtClean="0"/>
          </a:p>
          <a:p>
            <a:pPr marL="285750" indent="-285750">
              <a:buClr>
                <a:srgbClr val="965FF4"/>
              </a:buClr>
              <a:buFont typeface="Wingdings" panose="05000000000000000000" pitchFamily="2" charset="2"/>
              <a:buChar char="§"/>
            </a:pPr>
            <a:r>
              <a:rPr lang="pt-BR" sz="1600" dirty="0" smtClean="0"/>
              <a:t>Configuração de serviços e aplicações.</a:t>
            </a:r>
          </a:p>
          <a:p>
            <a:pPr marL="285750" indent="-285750">
              <a:buClr>
                <a:srgbClr val="965FF4"/>
              </a:buClr>
              <a:buFont typeface="Wingdings" panose="05000000000000000000" pitchFamily="2" charset="2"/>
              <a:buChar char="§"/>
            </a:pPr>
            <a:r>
              <a:rPr lang="pt-BR" sz="1600" dirty="0" smtClean="0"/>
              <a:t>Monitorização </a:t>
            </a:r>
            <a:r>
              <a:rPr lang="pt-BR" sz="1600" dirty="0" smtClean="0"/>
              <a:t>e </a:t>
            </a:r>
            <a:r>
              <a:rPr lang="pt-BR" sz="1600" dirty="0" smtClean="0"/>
              <a:t>otimização </a:t>
            </a:r>
            <a:r>
              <a:rPr lang="pt-BR" sz="1600" dirty="0" smtClean="0"/>
              <a:t>do sistema.</a:t>
            </a:r>
          </a:p>
          <a:p>
            <a:pPr marL="285750" indent="-285750">
              <a:buClr>
                <a:srgbClr val="965FF4"/>
              </a:buClr>
              <a:buFont typeface="Wingdings" panose="05000000000000000000" pitchFamily="2" charset="2"/>
              <a:buChar char="§"/>
            </a:pPr>
            <a:r>
              <a:rPr lang="pt-BR" sz="1600" dirty="0" smtClean="0"/>
              <a:t>Implementação de políticas de segurança.</a:t>
            </a:r>
          </a:p>
          <a:p>
            <a:pPr marL="285750" indent="-285750">
              <a:buClr>
                <a:srgbClr val="965FF4"/>
              </a:buClr>
              <a:buFont typeface="Wingdings" panose="05000000000000000000" pitchFamily="2" charset="2"/>
              <a:buChar char="§"/>
            </a:pPr>
            <a:r>
              <a:rPr lang="pt-BR" sz="1600" dirty="0" smtClean="0"/>
              <a:t>Gestão de atualizações e patches.</a:t>
            </a:r>
          </a:p>
          <a:p>
            <a:pPr marL="285750" indent="-285750">
              <a:buClr>
                <a:srgbClr val="965FF4"/>
              </a:buClr>
              <a:buFont typeface="Wingdings" panose="05000000000000000000" pitchFamily="2" charset="2"/>
              <a:buChar char="§"/>
            </a:pPr>
            <a:r>
              <a:rPr lang="pt-BR" sz="1600" dirty="0" smtClean="0"/>
              <a:t>Gestão de armazenamento e backups..</a:t>
            </a:r>
          </a:p>
          <a:p>
            <a:pPr marL="285750" indent="-285750">
              <a:buClr>
                <a:srgbClr val="965FF4"/>
              </a:buClr>
              <a:buFont typeface="Wingdings" panose="05000000000000000000" pitchFamily="2" charset="2"/>
              <a:buChar char="§"/>
            </a:pPr>
            <a:r>
              <a:rPr lang="pt-BR" sz="1600" dirty="0" smtClean="0"/>
              <a:t>Monitorização de segurança.</a:t>
            </a:r>
            <a:endParaRPr lang="pt-BR" sz="1600" dirty="0" smtClean="0"/>
          </a:p>
          <a:p>
            <a:pPr marL="285750" indent="-285750">
              <a:buClr>
                <a:srgbClr val="965FF4"/>
              </a:buClr>
              <a:buFont typeface="Wingdings" panose="05000000000000000000" pitchFamily="2" charset="2"/>
              <a:buChar char="§"/>
            </a:pPr>
            <a:r>
              <a:rPr lang="pt-BR" sz="1600" dirty="0" smtClean="0"/>
              <a:t>Planeamento de </a:t>
            </a:r>
            <a:r>
              <a:rPr lang="pt-BR" sz="1600" dirty="0" smtClean="0"/>
              <a:t>capacidade</a:t>
            </a:r>
            <a:r>
              <a:rPr lang="pt-BR" sz="1600" dirty="0" smtClean="0"/>
              <a:t>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rgbClr val="965FF4"/>
              </a:buClr>
              <a:buFont typeface="Wingdings" panose="05000000000000000000" pitchFamily="2" charset="2"/>
              <a:buChar char="§"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Freeform 92"/>
          <p:cNvSpPr/>
          <p:nvPr/>
        </p:nvSpPr>
        <p:spPr>
          <a:xfrm>
            <a:off x="184935" y="174661"/>
            <a:ext cx="8815226" cy="4839128"/>
          </a:xfrm>
          <a:custGeom>
            <a:avLst/>
            <a:gdLst/>
            <a:ahLst/>
            <a:cxnLst/>
            <a:rect l="l" t="t" r="r" b="b"/>
            <a:pathLst>
              <a:path w="8815226" h="4839128">
                <a:moveTo>
                  <a:pt x="696666" y="0"/>
                </a:moveTo>
                <a:lnTo>
                  <a:pt x="8090856" y="0"/>
                </a:lnTo>
                <a:lnTo>
                  <a:pt x="7974761" y="232189"/>
                </a:lnTo>
                <a:lnTo>
                  <a:pt x="8178186" y="639039"/>
                </a:lnTo>
                <a:lnTo>
                  <a:pt x="8769033" y="639039"/>
                </a:lnTo>
                <a:lnTo>
                  <a:pt x="8815226" y="546653"/>
                </a:lnTo>
                <a:lnTo>
                  <a:pt x="8815226" y="4186791"/>
                </a:lnTo>
                <a:lnTo>
                  <a:pt x="8769033" y="4094405"/>
                </a:lnTo>
                <a:lnTo>
                  <a:pt x="8178186" y="4094405"/>
                </a:lnTo>
                <a:lnTo>
                  <a:pt x="7974761" y="4501255"/>
                </a:lnTo>
                <a:lnTo>
                  <a:pt x="8143698" y="4839128"/>
                </a:lnTo>
                <a:lnTo>
                  <a:pt x="638791" y="4839128"/>
                </a:lnTo>
                <a:lnTo>
                  <a:pt x="789955" y="4536801"/>
                </a:lnTo>
                <a:lnTo>
                  <a:pt x="586530" y="4129951"/>
                </a:lnTo>
                <a:lnTo>
                  <a:pt x="0" y="4129951"/>
                </a:lnTo>
                <a:lnTo>
                  <a:pt x="0" y="602061"/>
                </a:lnTo>
                <a:lnTo>
                  <a:pt x="18489" y="639039"/>
                </a:lnTo>
                <a:lnTo>
                  <a:pt x="609336" y="639039"/>
                </a:lnTo>
                <a:lnTo>
                  <a:pt x="812761" y="232189"/>
                </a:lnTo>
                <a:lnTo>
                  <a:pt x="696666" y="0"/>
                </a:lnTo>
                <a:close/>
                <a:moveTo>
                  <a:pt x="3921027" y="193898"/>
                </a:moveTo>
                <a:lnTo>
                  <a:pt x="3897280" y="245351"/>
                </a:lnTo>
                <a:lnTo>
                  <a:pt x="3927910" y="245351"/>
                </a:lnTo>
                <a:lnTo>
                  <a:pt x="3975233" y="193898"/>
                </a:lnTo>
                <a:lnTo>
                  <a:pt x="3921027" y="193898"/>
                </a:lnTo>
                <a:close/>
                <a:moveTo>
                  <a:pt x="3903131" y="259806"/>
                </a:moveTo>
                <a:lnTo>
                  <a:pt x="3903131" y="512079"/>
                </a:lnTo>
                <a:lnTo>
                  <a:pt x="3954067" y="512079"/>
                </a:lnTo>
                <a:lnTo>
                  <a:pt x="3954067" y="259806"/>
                </a:lnTo>
                <a:lnTo>
                  <a:pt x="3903131" y="259806"/>
                </a:lnTo>
                <a:close/>
                <a:moveTo>
                  <a:pt x="4328388" y="259806"/>
                </a:moveTo>
                <a:lnTo>
                  <a:pt x="4328388" y="350666"/>
                </a:lnTo>
                <a:cubicBezTo>
                  <a:pt x="4313475" y="333687"/>
                  <a:pt x="4295808" y="325197"/>
                  <a:pt x="4275387" y="325197"/>
                </a:cubicBezTo>
                <a:cubicBezTo>
                  <a:pt x="4253131" y="325197"/>
                  <a:pt x="4234718" y="333257"/>
                  <a:pt x="4220148" y="349375"/>
                </a:cubicBezTo>
                <a:cubicBezTo>
                  <a:pt x="4205579" y="365493"/>
                  <a:pt x="4198294" y="389040"/>
                  <a:pt x="4198294" y="420015"/>
                </a:cubicBezTo>
                <a:cubicBezTo>
                  <a:pt x="4198294" y="450301"/>
                  <a:pt x="4205780" y="473905"/>
                  <a:pt x="4220751" y="490827"/>
                </a:cubicBezTo>
                <a:cubicBezTo>
                  <a:pt x="4235722" y="507748"/>
                  <a:pt x="4253705" y="516209"/>
                  <a:pt x="4274699" y="516209"/>
                </a:cubicBezTo>
                <a:cubicBezTo>
                  <a:pt x="4285024" y="516209"/>
                  <a:pt x="4295262" y="513656"/>
                  <a:pt x="4305415" y="508551"/>
                </a:cubicBezTo>
                <a:cubicBezTo>
                  <a:pt x="4315568" y="503446"/>
                  <a:pt x="4324373" y="495674"/>
                  <a:pt x="4331830" y="485234"/>
                </a:cubicBezTo>
                <a:lnTo>
                  <a:pt x="4331830" y="512079"/>
                </a:lnTo>
                <a:lnTo>
                  <a:pt x="4376744" y="512079"/>
                </a:lnTo>
                <a:lnTo>
                  <a:pt x="4376744" y="259806"/>
                </a:lnTo>
                <a:lnTo>
                  <a:pt x="4328388" y="259806"/>
                </a:lnTo>
                <a:close/>
                <a:moveTo>
                  <a:pt x="4428210" y="259806"/>
                </a:moveTo>
                <a:lnTo>
                  <a:pt x="4428210" y="304548"/>
                </a:lnTo>
                <a:lnTo>
                  <a:pt x="4476565" y="304548"/>
                </a:lnTo>
                <a:lnTo>
                  <a:pt x="4476565" y="259806"/>
                </a:lnTo>
                <a:lnTo>
                  <a:pt x="4428210" y="259806"/>
                </a:lnTo>
                <a:close/>
                <a:moveTo>
                  <a:pt x="4601414" y="325197"/>
                </a:moveTo>
                <a:cubicBezTo>
                  <a:pt x="4574225" y="325197"/>
                  <a:pt x="4552657" y="333601"/>
                  <a:pt x="4536711" y="350408"/>
                </a:cubicBezTo>
                <a:cubicBezTo>
                  <a:pt x="4520764" y="367214"/>
                  <a:pt x="4512791" y="390704"/>
                  <a:pt x="4512791" y="420875"/>
                </a:cubicBezTo>
                <a:cubicBezTo>
                  <a:pt x="4512791" y="450703"/>
                  <a:pt x="4520736" y="474049"/>
                  <a:pt x="4536625" y="490913"/>
                </a:cubicBezTo>
                <a:cubicBezTo>
                  <a:pt x="4552513" y="507777"/>
                  <a:pt x="4573823" y="516209"/>
                  <a:pt x="4600553" y="516209"/>
                </a:cubicBezTo>
                <a:cubicBezTo>
                  <a:pt x="4624071" y="516209"/>
                  <a:pt x="4642828" y="510645"/>
                  <a:pt x="4656824" y="499517"/>
                </a:cubicBezTo>
                <a:cubicBezTo>
                  <a:pt x="4670821" y="488389"/>
                  <a:pt x="4680285" y="471926"/>
                  <a:pt x="4685218" y="450129"/>
                </a:cubicBezTo>
                <a:lnTo>
                  <a:pt x="4637723" y="442041"/>
                </a:lnTo>
                <a:cubicBezTo>
                  <a:pt x="4635314" y="454776"/>
                  <a:pt x="4631184" y="463753"/>
                  <a:pt x="4625333" y="468972"/>
                </a:cubicBezTo>
                <a:cubicBezTo>
                  <a:pt x="4619482" y="474192"/>
                  <a:pt x="4611968" y="476802"/>
                  <a:pt x="4602790" y="476802"/>
                </a:cubicBezTo>
                <a:cubicBezTo>
                  <a:pt x="4590515" y="476802"/>
                  <a:pt x="4580735" y="472328"/>
                  <a:pt x="4573450" y="463380"/>
                </a:cubicBezTo>
                <a:cubicBezTo>
                  <a:pt x="4566166" y="454431"/>
                  <a:pt x="4562523" y="439116"/>
                  <a:pt x="4562523" y="417434"/>
                </a:cubicBezTo>
                <a:cubicBezTo>
                  <a:pt x="4562523" y="397931"/>
                  <a:pt x="4566108" y="384021"/>
                  <a:pt x="4573278" y="375704"/>
                </a:cubicBezTo>
                <a:cubicBezTo>
                  <a:pt x="4580448" y="367386"/>
                  <a:pt x="4590056" y="363228"/>
                  <a:pt x="4602102" y="363228"/>
                </a:cubicBezTo>
                <a:cubicBezTo>
                  <a:pt x="4611165" y="363228"/>
                  <a:pt x="4618536" y="365637"/>
                  <a:pt x="4624215" y="370455"/>
                </a:cubicBezTo>
                <a:cubicBezTo>
                  <a:pt x="4629893" y="375273"/>
                  <a:pt x="4633536" y="382444"/>
                  <a:pt x="4635142" y="391965"/>
                </a:cubicBezTo>
                <a:lnTo>
                  <a:pt x="4682809" y="383361"/>
                </a:lnTo>
                <a:cubicBezTo>
                  <a:pt x="4677073" y="363744"/>
                  <a:pt x="4667637" y="349146"/>
                  <a:pt x="4654501" y="339566"/>
                </a:cubicBezTo>
                <a:cubicBezTo>
                  <a:pt x="4641366" y="329987"/>
                  <a:pt x="4623670" y="325197"/>
                  <a:pt x="4601414" y="325197"/>
                </a:cubicBezTo>
                <a:close/>
                <a:moveTo>
                  <a:pt x="4793179" y="325197"/>
                </a:moveTo>
                <a:cubicBezTo>
                  <a:pt x="4768972" y="325197"/>
                  <a:pt x="4748954" y="333773"/>
                  <a:pt x="4733122" y="350924"/>
                </a:cubicBezTo>
                <a:cubicBezTo>
                  <a:pt x="4717290" y="368075"/>
                  <a:pt x="4709375" y="391793"/>
                  <a:pt x="4709375" y="422080"/>
                </a:cubicBezTo>
                <a:cubicBezTo>
                  <a:pt x="4709375" y="447433"/>
                  <a:pt x="4715397" y="468427"/>
                  <a:pt x="4727443" y="485062"/>
                </a:cubicBezTo>
                <a:cubicBezTo>
                  <a:pt x="4742701" y="505827"/>
                  <a:pt x="4766219" y="516209"/>
                  <a:pt x="4797997" y="516209"/>
                </a:cubicBezTo>
                <a:cubicBezTo>
                  <a:pt x="4818073" y="516209"/>
                  <a:pt x="4834794" y="511591"/>
                  <a:pt x="4848159" y="502356"/>
                </a:cubicBezTo>
                <a:cubicBezTo>
                  <a:pt x="4861524" y="493121"/>
                  <a:pt x="4871304" y="479670"/>
                  <a:pt x="4877499" y="462003"/>
                </a:cubicBezTo>
                <a:lnTo>
                  <a:pt x="4829316" y="453915"/>
                </a:lnTo>
                <a:cubicBezTo>
                  <a:pt x="4826678" y="463093"/>
                  <a:pt x="4822777" y="469747"/>
                  <a:pt x="4817614" y="473877"/>
                </a:cubicBezTo>
                <a:cubicBezTo>
                  <a:pt x="4812452" y="478007"/>
                  <a:pt x="4806085" y="480072"/>
                  <a:pt x="4798513" y="480072"/>
                </a:cubicBezTo>
                <a:cubicBezTo>
                  <a:pt x="4787385" y="480072"/>
                  <a:pt x="4778093" y="476085"/>
                  <a:pt x="4770636" y="468112"/>
                </a:cubicBezTo>
                <a:cubicBezTo>
                  <a:pt x="4763179" y="460139"/>
                  <a:pt x="4759278" y="448982"/>
                  <a:pt x="4758934" y="434642"/>
                </a:cubicBezTo>
                <a:lnTo>
                  <a:pt x="4880080" y="434642"/>
                </a:lnTo>
                <a:cubicBezTo>
                  <a:pt x="4880769" y="397587"/>
                  <a:pt x="4873254" y="370082"/>
                  <a:pt x="4857538" y="352128"/>
                </a:cubicBezTo>
                <a:cubicBezTo>
                  <a:pt x="4841821" y="334174"/>
                  <a:pt x="4820368" y="325197"/>
                  <a:pt x="4793179" y="325197"/>
                </a:cubicBezTo>
                <a:close/>
                <a:moveTo>
                  <a:pt x="4428210" y="329327"/>
                </a:moveTo>
                <a:lnTo>
                  <a:pt x="4428210" y="512079"/>
                </a:lnTo>
                <a:lnTo>
                  <a:pt x="4476565" y="512079"/>
                </a:lnTo>
                <a:lnTo>
                  <a:pt x="4476565" y="329327"/>
                </a:lnTo>
                <a:lnTo>
                  <a:pt x="4428210" y="329327"/>
                </a:lnTo>
                <a:close/>
                <a:moveTo>
                  <a:pt x="4094858" y="325197"/>
                </a:moveTo>
                <a:cubicBezTo>
                  <a:pt x="4070652" y="325197"/>
                  <a:pt x="4050576" y="335522"/>
                  <a:pt x="4034630" y="356172"/>
                </a:cubicBezTo>
                <a:lnTo>
                  <a:pt x="4034630" y="329327"/>
                </a:lnTo>
                <a:lnTo>
                  <a:pt x="3989716" y="329327"/>
                </a:lnTo>
                <a:lnTo>
                  <a:pt x="3989716" y="512079"/>
                </a:lnTo>
                <a:lnTo>
                  <a:pt x="4038071" y="512079"/>
                </a:lnTo>
                <a:lnTo>
                  <a:pt x="4038071" y="429307"/>
                </a:lnTo>
                <a:cubicBezTo>
                  <a:pt x="4038071" y="408887"/>
                  <a:pt x="4039305" y="394891"/>
                  <a:pt x="4041771" y="387319"/>
                </a:cubicBezTo>
                <a:cubicBezTo>
                  <a:pt x="4044238" y="379748"/>
                  <a:pt x="4048798" y="373667"/>
                  <a:pt x="4055452" y="369078"/>
                </a:cubicBezTo>
                <a:cubicBezTo>
                  <a:pt x="4062105" y="364490"/>
                  <a:pt x="4069620" y="362195"/>
                  <a:pt x="4077994" y="362195"/>
                </a:cubicBezTo>
                <a:cubicBezTo>
                  <a:pt x="4084533" y="362195"/>
                  <a:pt x="4090126" y="363801"/>
                  <a:pt x="4094772" y="367013"/>
                </a:cubicBezTo>
                <a:cubicBezTo>
                  <a:pt x="4099419" y="370226"/>
                  <a:pt x="4102774" y="374729"/>
                  <a:pt x="4104839" y="380522"/>
                </a:cubicBezTo>
                <a:cubicBezTo>
                  <a:pt x="4106904" y="386315"/>
                  <a:pt x="4107937" y="399078"/>
                  <a:pt x="4107937" y="418810"/>
                </a:cubicBezTo>
                <a:lnTo>
                  <a:pt x="4107937" y="512079"/>
                </a:lnTo>
                <a:lnTo>
                  <a:pt x="4156292" y="512079"/>
                </a:lnTo>
                <a:lnTo>
                  <a:pt x="4156292" y="398505"/>
                </a:lnTo>
                <a:cubicBezTo>
                  <a:pt x="4156292" y="384394"/>
                  <a:pt x="4155403" y="373553"/>
                  <a:pt x="4153625" y="365981"/>
                </a:cubicBezTo>
                <a:cubicBezTo>
                  <a:pt x="4151847" y="358409"/>
                  <a:pt x="4148692" y="351641"/>
                  <a:pt x="4144160" y="345675"/>
                </a:cubicBezTo>
                <a:cubicBezTo>
                  <a:pt x="4139629" y="339710"/>
                  <a:pt x="4132946" y="334805"/>
                  <a:pt x="4124112" y="330962"/>
                </a:cubicBezTo>
                <a:cubicBezTo>
                  <a:pt x="4115279" y="327119"/>
                  <a:pt x="4105528" y="325197"/>
                  <a:pt x="4094858" y="325197"/>
                </a:cubicBezTo>
                <a:close/>
              </a:path>
            </a:pathLst>
          </a:custGeom>
          <a:noFill/>
          <a:ln>
            <a:solidFill>
              <a:srgbClr val="965F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5179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Freeform 92"/>
          <p:cNvSpPr/>
          <p:nvPr/>
        </p:nvSpPr>
        <p:spPr>
          <a:xfrm>
            <a:off x="174661" y="215758"/>
            <a:ext cx="8815226" cy="4839128"/>
          </a:xfrm>
          <a:custGeom>
            <a:avLst/>
            <a:gdLst/>
            <a:ahLst/>
            <a:cxnLst/>
            <a:rect l="l" t="t" r="r" b="b"/>
            <a:pathLst>
              <a:path w="8815226" h="4839128">
                <a:moveTo>
                  <a:pt x="696666" y="0"/>
                </a:moveTo>
                <a:lnTo>
                  <a:pt x="8090856" y="0"/>
                </a:lnTo>
                <a:lnTo>
                  <a:pt x="7974761" y="232189"/>
                </a:lnTo>
                <a:lnTo>
                  <a:pt x="8178186" y="639039"/>
                </a:lnTo>
                <a:lnTo>
                  <a:pt x="8769033" y="639039"/>
                </a:lnTo>
                <a:lnTo>
                  <a:pt x="8815226" y="546653"/>
                </a:lnTo>
                <a:lnTo>
                  <a:pt x="8815226" y="4186791"/>
                </a:lnTo>
                <a:lnTo>
                  <a:pt x="8769033" y="4094405"/>
                </a:lnTo>
                <a:lnTo>
                  <a:pt x="8178186" y="4094405"/>
                </a:lnTo>
                <a:lnTo>
                  <a:pt x="7974761" y="4501255"/>
                </a:lnTo>
                <a:lnTo>
                  <a:pt x="8143698" y="4839128"/>
                </a:lnTo>
                <a:lnTo>
                  <a:pt x="638791" y="4839128"/>
                </a:lnTo>
                <a:lnTo>
                  <a:pt x="789955" y="4536801"/>
                </a:lnTo>
                <a:lnTo>
                  <a:pt x="586530" y="4129951"/>
                </a:lnTo>
                <a:lnTo>
                  <a:pt x="0" y="4129951"/>
                </a:lnTo>
                <a:lnTo>
                  <a:pt x="0" y="602061"/>
                </a:lnTo>
                <a:lnTo>
                  <a:pt x="18489" y="639039"/>
                </a:lnTo>
                <a:lnTo>
                  <a:pt x="609336" y="639039"/>
                </a:lnTo>
                <a:lnTo>
                  <a:pt x="812761" y="232189"/>
                </a:lnTo>
                <a:lnTo>
                  <a:pt x="696666" y="0"/>
                </a:lnTo>
                <a:close/>
                <a:moveTo>
                  <a:pt x="3921027" y="193898"/>
                </a:moveTo>
                <a:lnTo>
                  <a:pt x="3897280" y="245351"/>
                </a:lnTo>
                <a:lnTo>
                  <a:pt x="3927910" y="245351"/>
                </a:lnTo>
                <a:lnTo>
                  <a:pt x="3975233" y="193898"/>
                </a:lnTo>
                <a:lnTo>
                  <a:pt x="3921027" y="193898"/>
                </a:lnTo>
                <a:close/>
                <a:moveTo>
                  <a:pt x="3903131" y="259806"/>
                </a:moveTo>
                <a:lnTo>
                  <a:pt x="3903131" y="512079"/>
                </a:lnTo>
                <a:lnTo>
                  <a:pt x="3954067" y="512079"/>
                </a:lnTo>
                <a:lnTo>
                  <a:pt x="3954067" y="259806"/>
                </a:lnTo>
                <a:lnTo>
                  <a:pt x="3903131" y="259806"/>
                </a:lnTo>
                <a:close/>
                <a:moveTo>
                  <a:pt x="4328388" y="259806"/>
                </a:moveTo>
                <a:lnTo>
                  <a:pt x="4328388" y="350666"/>
                </a:lnTo>
                <a:cubicBezTo>
                  <a:pt x="4313475" y="333687"/>
                  <a:pt x="4295808" y="325197"/>
                  <a:pt x="4275387" y="325197"/>
                </a:cubicBezTo>
                <a:cubicBezTo>
                  <a:pt x="4253131" y="325197"/>
                  <a:pt x="4234718" y="333257"/>
                  <a:pt x="4220148" y="349375"/>
                </a:cubicBezTo>
                <a:cubicBezTo>
                  <a:pt x="4205579" y="365493"/>
                  <a:pt x="4198294" y="389040"/>
                  <a:pt x="4198294" y="420015"/>
                </a:cubicBezTo>
                <a:cubicBezTo>
                  <a:pt x="4198294" y="450301"/>
                  <a:pt x="4205780" y="473905"/>
                  <a:pt x="4220751" y="490827"/>
                </a:cubicBezTo>
                <a:cubicBezTo>
                  <a:pt x="4235722" y="507748"/>
                  <a:pt x="4253705" y="516209"/>
                  <a:pt x="4274699" y="516209"/>
                </a:cubicBezTo>
                <a:cubicBezTo>
                  <a:pt x="4285024" y="516209"/>
                  <a:pt x="4295262" y="513656"/>
                  <a:pt x="4305415" y="508551"/>
                </a:cubicBezTo>
                <a:cubicBezTo>
                  <a:pt x="4315568" y="503446"/>
                  <a:pt x="4324373" y="495674"/>
                  <a:pt x="4331830" y="485234"/>
                </a:cubicBezTo>
                <a:lnTo>
                  <a:pt x="4331830" y="512079"/>
                </a:lnTo>
                <a:lnTo>
                  <a:pt x="4376744" y="512079"/>
                </a:lnTo>
                <a:lnTo>
                  <a:pt x="4376744" y="259806"/>
                </a:lnTo>
                <a:lnTo>
                  <a:pt x="4328388" y="259806"/>
                </a:lnTo>
                <a:close/>
                <a:moveTo>
                  <a:pt x="4428210" y="259806"/>
                </a:moveTo>
                <a:lnTo>
                  <a:pt x="4428210" y="304548"/>
                </a:lnTo>
                <a:lnTo>
                  <a:pt x="4476565" y="304548"/>
                </a:lnTo>
                <a:lnTo>
                  <a:pt x="4476565" y="259806"/>
                </a:lnTo>
                <a:lnTo>
                  <a:pt x="4428210" y="259806"/>
                </a:lnTo>
                <a:close/>
                <a:moveTo>
                  <a:pt x="4601414" y="325197"/>
                </a:moveTo>
                <a:cubicBezTo>
                  <a:pt x="4574225" y="325197"/>
                  <a:pt x="4552657" y="333601"/>
                  <a:pt x="4536711" y="350408"/>
                </a:cubicBezTo>
                <a:cubicBezTo>
                  <a:pt x="4520764" y="367214"/>
                  <a:pt x="4512791" y="390704"/>
                  <a:pt x="4512791" y="420875"/>
                </a:cubicBezTo>
                <a:cubicBezTo>
                  <a:pt x="4512791" y="450703"/>
                  <a:pt x="4520736" y="474049"/>
                  <a:pt x="4536625" y="490913"/>
                </a:cubicBezTo>
                <a:cubicBezTo>
                  <a:pt x="4552513" y="507777"/>
                  <a:pt x="4573823" y="516209"/>
                  <a:pt x="4600553" y="516209"/>
                </a:cubicBezTo>
                <a:cubicBezTo>
                  <a:pt x="4624071" y="516209"/>
                  <a:pt x="4642828" y="510645"/>
                  <a:pt x="4656824" y="499517"/>
                </a:cubicBezTo>
                <a:cubicBezTo>
                  <a:pt x="4670821" y="488389"/>
                  <a:pt x="4680285" y="471926"/>
                  <a:pt x="4685218" y="450129"/>
                </a:cubicBezTo>
                <a:lnTo>
                  <a:pt x="4637723" y="442041"/>
                </a:lnTo>
                <a:cubicBezTo>
                  <a:pt x="4635314" y="454776"/>
                  <a:pt x="4631184" y="463753"/>
                  <a:pt x="4625333" y="468972"/>
                </a:cubicBezTo>
                <a:cubicBezTo>
                  <a:pt x="4619482" y="474192"/>
                  <a:pt x="4611968" y="476802"/>
                  <a:pt x="4602790" y="476802"/>
                </a:cubicBezTo>
                <a:cubicBezTo>
                  <a:pt x="4590515" y="476802"/>
                  <a:pt x="4580735" y="472328"/>
                  <a:pt x="4573450" y="463380"/>
                </a:cubicBezTo>
                <a:cubicBezTo>
                  <a:pt x="4566166" y="454431"/>
                  <a:pt x="4562523" y="439116"/>
                  <a:pt x="4562523" y="417434"/>
                </a:cubicBezTo>
                <a:cubicBezTo>
                  <a:pt x="4562523" y="397931"/>
                  <a:pt x="4566108" y="384021"/>
                  <a:pt x="4573278" y="375704"/>
                </a:cubicBezTo>
                <a:cubicBezTo>
                  <a:pt x="4580448" y="367386"/>
                  <a:pt x="4590056" y="363228"/>
                  <a:pt x="4602102" y="363228"/>
                </a:cubicBezTo>
                <a:cubicBezTo>
                  <a:pt x="4611165" y="363228"/>
                  <a:pt x="4618536" y="365637"/>
                  <a:pt x="4624215" y="370455"/>
                </a:cubicBezTo>
                <a:cubicBezTo>
                  <a:pt x="4629893" y="375273"/>
                  <a:pt x="4633536" y="382444"/>
                  <a:pt x="4635142" y="391965"/>
                </a:cubicBezTo>
                <a:lnTo>
                  <a:pt x="4682809" y="383361"/>
                </a:lnTo>
                <a:cubicBezTo>
                  <a:pt x="4677073" y="363744"/>
                  <a:pt x="4667637" y="349146"/>
                  <a:pt x="4654501" y="339566"/>
                </a:cubicBezTo>
                <a:cubicBezTo>
                  <a:pt x="4641366" y="329987"/>
                  <a:pt x="4623670" y="325197"/>
                  <a:pt x="4601414" y="325197"/>
                </a:cubicBezTo>
                <a:close/>
                <a:moveTo>
                  <a:pt x="4793179" y="325197"/>
                </a:moveTo>
                <a:cubicBezTo>
                  <a:pt x="4768972" y="325197"/>
                  <a:pt x="4748954" y="333773"/>
                  <a:pt x="4733122" y="350924"/>
                </a:cubicBezTo>
                <a:cubicBezTo>
                  <a:pt x="4717290" y="368075"/>
                  <a:pt x="4709375" y="391793"/>
                  <a:pt x="4709375" y="422080"/>
                </a:cubicBezTo>
                <a:cubicBezTo>
                  <a:pt x="4709375" y="447433"/>
                  <a:pt x="4715397" y="468427"/>
                  <a:pt x="4727443" y="485062"/>
                </a:cubicBezTo>
                <a:cubicBezTo>
                  <a:pt x="4742701" y="505827"/>
                  <a:pt x="4766219" y="516209"/>
                  <a:pt x="4797997" y="516209"/>
                </a:cubicBezTo>
                <a:cubicBezTo>
                  <a:pt x="4818073" y="516209"/>
                  <a:pt x="4834794" y="511591"/>
                  <a:pt x="4848159" y="502356"/>
                </a:cubicBezTo>
                <a:cubicBezTo>
                  <a:pt x="4861524" y="493121"/>
                  <a:pt x="4871304" y="479670"/>
                  <a:pt x="4877499" y="462003"/>
                </a:cubicBezTo>
                <a:lnTo>
                  <a:pt x="4829316" y="453915"/>
                </a:lnTo>
                <a:cubicBezTo>
                  <a:pt x="4826678" y="463093"/>
                  <a:pt x="4822777" y="469747"/>
                  <a:pt x="4817614" y="473877"/>
                </a:cubicBezTo>
                <a:cubicBezTo>
                  <a:pt x="4812452" y="478007"/>
                  <a:pt x="4806085" y="480072"/>
                  <a:pt x="4798513" y="480072"/>
                </a:cubicBezTo>
                <a:cubicBezTo>
                  <a:pt x="4787385" y="480072"/>
                  <a:pt x="4778093" y="476085"/>
                  <a:pt x="4770636" y="468112"/>
                </a:cubicBezTo>
                <a:cubicBezTo>
                  <a:pt x="4763179" y="460139"/>
                  <a:pt x="4759278" y="448982"/>
                  <a:pt x="4758934" y="434642"/>
                </a:cubicBezTo>
                <a:lnTo>
                  <a:pt x="4880080" y="434642"/>
                </a:lnTo>
                <a:cubicBezTo>
                  <a:pt x="4880769" y="397587"/>
                  <a:pt x="4873254" y="370082"/>
                  <a:pt x="4857538" y="352128"/>
                </a:cubicBezTo>
                <a:cubicBezTo>
                  <a:pt x="4841821" y="334174"/>
                  <a:pt x="4820368" y="325197"/>
                  <a:pt x="4793179" y="325197"/>
                </a:cubicBezTo>
                <a:close/>
                <a:moveTo>
                  <a:pt x="4428210" y="329327"/>
                </a:moveTo>
                <a:lnTo>
                  <a:pt x="4428210" y="512079"/>
                </a:lnTo>
                <a:lnTo>
                  <a:pt x="4476565" y="512079"/>
                </a:lnTo>
                <a:lnTo>
                  <a:pt x="4476565" y="329327"/>
                </a:lnTo>
                <a:lnTo>
                  <a:pt x="4428210" y="329327"/>
                </a:lnTo>
                <a:close/>
                <a:moveTo>
                  <a:pt x="4094858" y="325197"/>
                </a:moveTo>
                <a:cubicBezTo>
                  <a:pt x="4070652" y="325197"/>
                  <a:pt x="4050576" y="335522"/>
                  <a:pt x="4034630" y="356172"/>
                </a:cubicBezTo>
                <a:lnTo>
                  <a:pt x="4034630" y="329327"/>
                </a:lnTo>
                <a:lnTo>
                  <a:pt x="3989716" y="329327"/>
                </a:lnTo>
                <a:lnTo>
                  <a:pt x="3989716" y="512079"/>
                </a:lnTo>
                <a:lnTo>
                  <a:pt x="4038071" y="512079"/>
                </a:lnTo>
                <a:lnTo>
                  <a:pt x="4038071" y="429307"/>
                </a:lnTo>
                <a:cubicBezTo>
                  <a:pt x="4038071" y="408887"/>
                  <a:pt x="4039305" y="394891"/>
                  <a:pt x="4041771" y="387319"/>
                </a:cubicBezTo>
                <a:cubicBezTo>
                  <a:pt x="4044238" y="379748"/>
                  <a:pt x="4048798" y="373667"/>
                  <a:pt x="4055452" y="369078"/>
                </a:cubicBezTo>
                <a:cubicBezTo>
                  <a:pt x="4062105" y="364490"/>
                  <a:pt x="4069620" y="362195"/>
                  <a:pt x="4077994" y="362195"/>
                </a:cubicBezTo>
                <a:cubicBezTo>
                  <a:pt x="4084533" y="362195"/>
                  <a:pt x="4090126" y="363801"/>
                  <a:pt x="4094772" y="367013"/>
                </a:cubicBezTo>
                <a:cubicBezTo>
                  <a:pt x="4099419" y="370226"/>
                  <a:pt x="4102774" y="374729"/>
                  <a:pt x="4104839" y="380522"/>
                </a:cubicBezTo>
                <a:cubicBezTo>
                  <a:pt x="4106904" y="386315"/>
                  <a:pt x="4107937" y="399078"/>
                  <a:pt x="4107937" y="418810"/>
                </a:cubicBezTo>
                <a:lnTo>
                  <a:pt x="4107937" y="512079"/>
                </a:lnTo>
                <a:lnTo>
                  <a:pt x="4156292" y="512079"/>
                </a:lnTo>
                <a:lnTo>
                  <a:pt x="4156292" y="398505"/>
                </a:lnTo>
                <a:cubicBezTo>
                  <a:pt x="4156292" y="384394"/>
                  <a:pt x="4155403" y="373553"/>
                  <a:pt x="4153625" y="365981"/>
                </a:cubicBezTo>
                <a:cubicBezTo>
                  <a:pt x="4151847" y="358409"/>
                  <a:pt x="4148692" y="351641"/>
                  <a:pt x="4144160" y="345675"/>
                </a:cubicBezTo>
                <a:cubicBezTo>
                  <a:pt x="4139629" y="339710"/>
                  <a:pt x="4132946" y="334805"/>
                  <a:pt x="4124112" y="330962"/>
                </a:cubicBezTo>
                <a:cubicBezTo>
                  <a:pt x="4115279" y="327119"/>
                  <a:pt x="4105528" y="325197"/>
                  <a:pt x="4094858" y="325197"/>
                </a:cubicBezTo>
                <a:close/>
              </a:path>
            </a:pathLst>
          </a:custGeom>
          <a:noFill/>
          <a:ln>
            <a:solidFill>
              <a:srgbClr val="965F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760341" y="341986"/>
            <a:ext cx="1479479" cy="626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Google Shape;196;p16"/>
          <p:cNvSpPr txBox="1"/>
          <p:nvPr/>
        </p:nvSpPr>
        <p:spPr>
          <a:xfrm>
            <a:off x="3195691" y="375747"/>
            <a:ext cx="3011468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sz="2000" b="1" dirty="0"/>
              <a:t>Criação de </a:t>
            </a:r>
            <a:r>
              <a:rPr lang="en-GB" sz="2000" b="1" dirty="0" smtClean="0"/>
              <a:t>utilizadores</a:t>
            </a:r>
            <a:endParaRPr lang="en-GB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1191802" y="4522950"/>
            <a:ext cx="70192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 smtClean="0">
                <a:solidFill>
                  <a:srgbClr val="FF0000"/>
                </a:solidFill>
              </a:rPr>
              <a:t>“</a:t>
            </a:r>
            <a:r>
              <a:rPr lang="en-GB" b="1" dirty="0" smtClean="0"/>
              <a:t>New-ADUSER </a:t>
            </a:r>
            <a:r>
              <a:rPr lang="en-GB" b="1" dirty="0" smtClean="0">
                <a:solidFill>
                  <a:srgbClr val="FF0000"/>
                </a:solidFill>
              </a:rPr>
              <a:t>Rajendra</a:t>
            </a:r>
            <a:r>
              <a:rPr lang="en-GB" b="1" dirty="0" smtClean="0"/>
              <a:t> –UserPrincipalName rajendra@lab.loc</a:t>
            </a:r>
            <a:r>
              <a:rPr lang="en-GB" b="1" dirty="0" smtClean="0">
                <a:solidFill>
                  <a:schemeClr val="tx1"/>
                </a:solidFill>
              </a:rPr>
              <a:t>al</a:t>
            </a:r>
            <a:r>
              <a:rPr lang="en-GB" b="1" dirty="0" smtClean="0">
                <a:solidFill>
                  <a:srgbClr val="FF0000"/>
                </a:solidFill>
              </a:rPr>
              <a:t>”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67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Freeform 92"/>
          <p:cNvSpPr/>
          <p:nvPr/>
        </p:nvSpPr>
        <p:spPr>
          <a:xfrm>
            <a:off x="174661" y="215758"/>
            <a:ext cx="8815226" cy="4839128"/>
          </a:xfrm>
          <a:custGeom>
            <a:avLst/>
            <a:gdLst/>
            <a:ahLst/>
            <a:cxnLst/>
            <a:rect l="l" t="t" r="r" b="b"/>
            <a:pathLst>
              <a:path w="8815226" h="4839128">
                <a:moveTo>
                  <a:pt x="696666" y="0"/>
                </a:moveTo>
                <a:lnTo>
                  <a:pt x="8090856" y="0"/>
                </a:lnTo>
                <a:lnTo>
                  <a:pt x="7974761" y="232189"/>
                </a:lnTo>
                <a:lnTo>
                  <a:pt x="8178186" y="639039"/>
                </a:lnTo>
                <a:lnTo>
                  <a:pt x="8769033" y="639039"/>
                </a:lnTo>
                <a:lnTo>
                  <a:pt x="8815226" y="546653"/>
                </a:lnTo>
                <a:lnTo>
                  <a:pt x="8815226" y="4186791"/>
                </a:lnTo>
                <a:lnTo>
                  <a:pt x="8769033" y="4094405"/>
                </a:lnTo>
                <a:lnTo>
                  <a:pt x="8178186" y="4094405"/>
                </a:lnTo>
                <a:lnTo>
                  <a:pt x="7974761" y="4501255"/>
                </a:lnTo>
                <a:lnTo>
                  <a:pt x="8143698" y="4839128"/>
                </a:lnTo>
                <a:lnTo>
                  <a:pt x="638791" y="4839128"/>
                </a:lnTo>
                <a:lnTo>
                  <a:pt x="789955" y="4536801"/>
                </a:lnTo>
                <a:lnTo>
                  <a:pt x="586530" y="4129951"/>
                </a:lnTo>
                <a:lnTo>
                  <a:pt x="0" y="4129951"/>
                </a:lnTo>
                <a:lnTo>
                  <a:pt x="0" y="602061"/>
                </a:lnTo>
                <a:lnTo>
                  <a:pt x="18489" y="639039"/>
                </a:lnTo>
                <a:lnTo>
                  <a:pt x="609336" y="639039"/>
                </a:lnTo>
                <a:lnTo>
                  <a:pt x="812761" y="232189"/>
                </a:lnTo>
                <a:lnTo>
                  <a:pt x="696666" y="0"/>
                </a:lnTo>
                <a:close/>
                <a:moveTo>
                  <a:pt x="3921027" y="193898"/>
                </a:moveTo>
                <a:lnTo>
                  <a:pt x="3897280" y="245351"/>
                </a:lnTo>
                <a:lnTo>
                  <a:pt x="3927910" y="245351"/>
                </a:lnTo>
                <a:lnTo>
                  <a:pt x="3975233" y="193898"/>
                </a:lnTo>
                <a:lnTo>
                  <a:pt x="3921027" y="193898"/>
                </a:lnTo>
                <a:close/>
                <a:moveTo>
                  <a:pt x="3903131" y="259806"/>
                </a:moveTo>
                <a:lnTo>
                  <a:pt x="3903131" y="512079"/>
                </a:lnTo>
                <a:lnTo>
                  <a:pt x="3954067" y="512079"/>
                </a:lnTo>
                <a:lnTo>
                  <a:pt x="3954067" y="259806"/>
                </a:lnTo>
                <a:lnTo>
                  <a:pt x="3903131" y="259806"/>
                </a:lnTo>
                <a:close/>
                <a:moveTo>
                  <a:pt x="4328388" y="259806"/>
                </a:moveTo>
                <a:lnTo>
                  <a:pt x="4328388" y="350666"/>
                </a:lnTo>
                <a:cubicBezTo>
                  <a:pt x="4313475" y="333687"/>
                  <a:pt x="4295808" y="325197"/>
                  <a:pt x="4275387" y="325197"/>
                </a:cubicBezTo>
                <a:cubicBezTo>
                  <a:pt x="4253131" y="325197"/>
                  <a:pt x="4234718" y="333257"/>
                  <a:pt x="4220148" y="349375"/>
                </a:cubicBezTo>
                <a:cubicBezTo>
                  <a:pt x="4205579" y="365493"/>
                  <a:pt x="4198294" y="389040"/>
                  <a:pt x="4198294" y="420015"/>
                </a:cubicBezTo>
                <a:cubicBezTo>
                  <a:pt x="4198294" y="450301"/>
                  <a:pt x="4205780" y="473905"/>
                  <a:pt x="4220751" y="490827"/>
                </a:cubicBezTo>
                <a:cubicBezTo>
                  <a:pt x="4235722" y="507748"/>
                  <a:pt x="4253705" y="516209"/>
                  <a:pt x="4274699" y="516209"/>
                </a:cubicBezTo>
                <a:cubicBezTo>
                  <a:pt x="4285024" y="516209"/>
                  <a:pt x="4295262" y="513656"/>
                  <a:pt x="4305415" y="508551"/>
                </a:cubicBezTo>
                <a:cubicBezTo>
                  <a:pt x="4315568" y="503446"/>
                  <a:pt x="4324373" y="495674"/>
                  <a:pt x="4331830" y="485234"/>
                </a:cubicBezTo>
                <a:lnTo>
                  <a:pt x="4331830" y="512079"/>
                </a:lnTo>
                <a:lnTo>
                  <a:pt x="4376744" y="512079"/>
                </a:lnTo>
                <a:lnTo>
                  <a:pt x="4376744" y="259806"/>
                </a:lnTo>
                <a:lnTo>
                  <a:pt x="4328388" y="259806"/>
                </a:lnTo>
                <a:close/>
                <a:moveTo>
                  <a:pt x="4428210" y="259806"/>
                </a:moveTo>
                <a:lnTo>
                  <a:pt x="4428210" y="304548"/>
                </a:lnTo>
                <a:lnTo>
                  <a:pt x="4476565" y="304548"/>
                </a:lnTo>
                <a:lnTo>
                  <a:pt x="4476565" y="259806"/>
                </a:lnTo>
                <a:lnTo>
                  <a:pt x="4428210" y="259806"/>
                </a:lnTo>
                <a:close/>
                <a:moveTo>
                  <a:pt x="4601414" y="325197"/>
                </a:moveTo>
                <a:cubicBezTo>
                  <a:pt x="4574225" y="325197"/>
                  <a:pt x="4552657" y="333601"/>
                  <a:pt x="4536711" y="350408"/>
                </a:cubicBezTo>
                <a:cubicBezTo>
                  <a:pt x="4520764" y="367214"/>
                  <a:pt x="4512791" y="390704"/>
                  <a:pt x="4512791" y="420875"/>
                </a:cubicBezTo>
                <a:cubicBezTo>
                  <a:pt x="4512791" y="450703"/>
                  <a:pt x="4520736" y="474049"/>
                  <a:pt x="4536625" y="490913"/>
                </a:cubicBezTo>
                <a:cubicBezTo>
                  <a:pt x="4552513" y="507777"/>
                  <a:pt x="4573823" y="516209"/>
                  <a:pt x="4600553" y="516209"/>
                </a:cubicBezTo>
                <a:cubicBezTo>
                  <a:pt x="4624071" y="516209"/>
                  <a:pt x="4642828" y="510645"/>
                  <a:pt x="4656824" y="499517"/>
                </a:cubicBezTo>
                <a:cubicBezTo>
                  <a:pt x="4670821" y="488389"/>
                  <a:pt x="4680285" y="471926"/>
                  <a:pt x="4685218" y="450129"/>
                </a:cubicBezTo>
                <a:lnTo>
                  <a:pt x="4637723" y="442041"/>
                </a:lnTo>
                <a:cubicBezTo>
                  <a:pt x="4635314" y="454776"/>
                  <a:pt x="4631184" y="463753"/>
                  <a:pt x="4625333" y="468972"/>
                </a:cubicBezTo>
                <a:cubicBezTo>
                  <a:pt x="4619482" y="474192"/>
                  <a:pt x="4611968" y="476802"/>
                  <a:pt x="4602790" y="476802"/>
                </a:cubicBezTo>
                <a:cubicBezTo>
                  <a:pt x="4590515" y="476802"/>
                  <a:pt x="4580735" y="472328"/>
                  <a:pt x="4573450" y="463380"/>
                </a:cubicBezTo>
                <a:cubicBezTo>
                  <a:pt x="4566166" y="454431"/>
                  <a:pt x="4562523" y="439116"/>
                  <a:pt x="4562523" y="417434"/>
                </a:cubicBezTo>
                <a:cubicBezTo>
                  <a:pt x="4562523" y="397931"/>
                  <a:pt x="4566108" y="384021"/>
                  <a:pt x="4573278" y="375704"/>
                </a:cubicBezTo>
                <a:cubicBezTo>
                  <a:pt x="4580448" y="367386"/>
                  <a:pt x="4590056" y="363228"/>
                  <a:pt x="4602102" y="363228"/>
                </a:cubicBezTo>
                <a:cubicBezTo>
                  <a:pt x="4611165" y="363228"/>
                  <a:pt x="4618536" y="365637"/>
                  <a:pt x="4624215" y="370455"/>
                </a:cubicBezTo>
                <a:cubicBezTo>
                  <a:pt x="4629893" y="375273"/>
                  <a:pt x="4633536" y="382444"/>
                  <a:pt x="4635142" y="391965"/>
                </a:cubicBezTo>
                <a:lnTo>
                  <a:pt x="4682809" y="383361"/>
                </a:lnTo>
                <a:cubicBezTo>
                  <a:pt x="4677073" y="363744"/>
                  <a:pt x="4667637" y="349146"/>
                  <a:pt x="4654501" y="339566"/>
                </a:cubicBezTo>
                <a:cubicBezTo>
                  <a:pt x="4641366" y="329987"/>
                  <a:pt x="4623670" y="325197"/>
                  <a:pt x="4601414" y="325197"/>
                </a:cubicBezTo>
                <a:close/>
                <a:moveTo>
                  <a:pt x="4793179" y="325197"/>
                </a:moveTo>
                <a:cubicBezTo>
                  <a:pt x="4768972" y="325197"/>
                  <a:pt x="4748954" y="333773"/>
                  <a:pt x="4733122" y="350924"/>
                </a:cubicBezTo>
                <a:cubicBezTo>
                  <a:pt x="4717290" y="368075"/>
                  <a:pt x="4709375" y="391793"/>
                  <a:pt x="4709375" y="422080"/>
                </a:cubicBezTo>
                <a:cubicBezTo>
                  <a:pt x="4709375" y="447433"/>
                  <a:pt x="4715397" y="468427"/>
                  <a:pt x="4727443" y="485062"/>
                </a:cubicBezTo>
                <a:cubicBezTo>
                  <a:pt x="4742701" y="505827"/>
                  <a:pt x="4766219" y="516209"/>
                  <a:pt x="4797997" y="516209"/>
                </a:cubicBezTo>
                <a:cubicBezTo>
                  <a:pt x="4818073" y="516209"/>
                  <a:pt x="4834794" y="511591"/>
                  <a:pt x="4848159" y="502356"/>
                </a:cubicBezTo>
                <a:cubicBezTo>
                  <a:pt x="4861524" y="493121"/>
                  <a:pt x="4871304" y="479670"/>
                  <a:pt x="4877499" y="462003"/>
                </a:cubicBezTo>
                <a:lnTo>
                  <a:pt x="4829316" y="453915"/>
                </a:lnTo>
                <a:cubicBezTo>
                  <a:pt x="4826678" y="463093"/>
                  <a:pt x="4822777" y="469747"/>
                  <a:pt x="4817614" y="473877"/>
                </a:cubicBezTo>
                <a:cubicBezTo>
                  <a:pt x="4812452" y="478007"/>
                  <a:pt x="4806085" y="480072"/>
                  <a:pt x="4798513" y="480072"/>
                </a:cubicBezTo>
                <a:cubicBezTo>
                  <a:pt x="4787385" y="480072"/>
                  <a:pt x="4778093" y="476085"/>
                  <a:pt x="4770636" y="468112"/>
                </a:cubicBezTo>
                <a:cubicBezTo>
                  <a:pt x="4763179" y="460139"/>
                  <a:pt x="4759278" y="448982"/>
                  <a:pt x="4758934" y="434642"/>
                </a:cubicBezTo>
                <a:lnTo>
                  <a:pt x="4880080" y="434642"/>
                </a:lnTo>
                <a:cubicBezTo>
                  <a:pt x="4880769" y="397587"/>
                  <a:pt x="4873254" y="370082"/>
                  <a:pt x="4857538" y="352128"/>
                </a:cubicBezTo>
                <a:cubicBezTo>
                  <a:pt x="4841821" y="334174"/>
                  <a:pt x="4820368" y="325197"/>
                  <a:pt x="4793179" y="325197"/>
                </a:cubicBezTo>
                <a:close/>
                <a:moveTo>
                  <a:pt x="4428210" y="329327"/>
                </a:moveTo>
                <a:lnTo>
                  <a:pt x="4428210" y="512079"/>
                </a:lnTo>
                <a:lnTo>
                  <a:pt x="4476565" y="512079"/>
                </a:lnTo>
                <a:lnTo>
                  <a:pt x="4476565" y="329327"/>
                </a:lnTo>
                <a:lnTo>
                  <a:pt x="4428210" y="329327"/>
                </a:lnTo>
                <a:close/>
                <a:moveTo>
                  <a:pt x="4094858" y="325197"/>
                </a:moveTo>
                <a:cubicBezTo>
                  <a:pt x="4070652" y="325197"/>
                  <a:pt x="4050576" y="335522"/>
                  <a:pt x="4034630" y="356172"/>
                </a:cubicBezTo>
                <a:lnTo>
                  <a:pt x="4034630" y="329327"/>
                </a:lnTo>
                <a:lnTo>
                  <a:pt x="3989716" y="329327"/>
                </a:lnTo>
                <a:lnTo>
                  <a:pt x="3989716" y="512079"/>
                </a:lnTo>
                <a:lnTo>
                  <a:pt x="4038071" y="512079"/>
                </a:lnTo>
                <a:lnTo>
                  <a:pt x="4038071" y="429307"/>
                </a:lnTo>
                <a:cubicBezTo>
                  <a:pt x="4038071" y="408887"/>
                  <a:pt x="4039305" y="394891"/>
                  <a:pt x="4041771" y="387319"/>
                </a:cubicBezTo>
                <a:cubicBezTo>
                  <a:pt x="4044238" y="379748"/>
                  <a:pt x="4048798" y="373667"/>
                  <a:pt x="4055452" y="369078"/>
                </a:cubicBezTo>
                <a:cubicBezTo>
                  <a:pt x="4062105" y="364490"/>
                  <a:pt x="4069620" y="362195"/>
                  <a:pt x="4077994" y="362195"/>
                </a:cubicBezTo>
                <a:cubicBezTo>
                  <a:pt x="4084533" y="362195"/>
                  <a:pt x="4090126" y="363801"/>
                  <a:pt x="4094772" y="367013"/>
                </a:cubicBezTo>
                <a:cubicBezTo>
                  <a:pt x="4099419" y="370226"/>
                  <a:pt x="4102774" y="374729"/>
                  <a:pt x="4104839" y="380522"/>
                </a:cubicBezTo>
                <a:cubicBezTo>
                  <a:pt x="4106904" y="386315"/>
                  <a:pt x="4107937" y="399078"/>
                  <a:pt x="4107937" y="418810"/>
                </a:cubicBezTo>
                <a:lnTo>
                  <a:pt x="4107937" y="512079"/>
                </a:lnTo>
                <a:lnTo>
                  <a:pt x="4156292" y="512079"/>
                </a:lnTo>
                <a:lnTo>
                  <a:pt x="4156292" y="398505"/>
                </a:lnTo>
                <a:cubicBezTo>
                  <a:pt x="4156292" y="384394"/>
                  <a:pt x="4155403" y="373553"/>
                  <a:pt x="4153625" y="365981"/>
                </a:cubicBezTo>
                <a:cubicBezTo>
                  <a:pt x="4151847" y="358409"/>
                  <a:pt x="4148692" y="351641"/>
                  <a:pt x="4144160" y="345675"/>
                </a:cubicBezTo>
                <a:cubicBezTo>
                  <a:pt x="4139629" y="339710"/>
                  <a:pt x="4132946" y="334805"/>
                  <a:pt x="4124112" y="330962"/>
                </a:cubicBezTo>
                <a:cubicBezTo>
                  <a:pt x="4115279" y="327119"/>
                  <a:pt x="4105528" y="325197"/>
                  <a:pt x="4094858" y="325197"/>
                </a:cubicBezTo>
                <a:close/>
              </a:path>
            </a:pathLst>
          </a:custGeom>
          <a:noFill/>
          <a:ln>
            <a:solidFill>
              <a:srgbClr val="965F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760341" y="341986"/>
            <a:ext cx="1479479" cy="626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Google Shape;196;p16"/>
          <p:cNvSpPr txBox="1"/>
          <p:nvPr/>
        </p:nvSpPr>
        <p:spPr>
          <a:xfrm>
            <a:off x="2574888" y="375747"/>
            <a:ext cx="4561298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sz="2000" b="1" dirty="0" smtClean="0"/>
              <a:t>Definir Uma Senha Para utilizadores</a:t>
            </a:r>
            <a:endParaRPr lang="en-GB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1191802" y="4522950"/>
            <a:ext cx="70192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 smtClean="0">
                <a:solidFill>
                  <a:srgbClr val="FF0000"/>
                </a:solidFill>
              </a:rPr>
              <a:t>“</a:t>
            </a:r>
            <a:r>
              <a:rPr lang="en-GB" b="1" dirty="0" smtClean="0">
                <a:solidFill>
                  <a:schemeClr val="tx1"/>
                </a:solidFill>
              </a:rPr>
              <a:t>Set-</a:t>
            </a:r>
            <a:r>
              <a:rPr lang="en-GB" b="1" dirty="0" err="1" smtClean="0">
                <a:solidFill>
                  <a:schemeClr val="tx1"/>
                </a:solidFill>
              </a:rPr>
              <a:t>AccountPassword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r>
              <a:rPr lang="en-GB" b="1" dirty="0" smtClean="0">
                <a:solidFill>
                  <a:schemeClr val="tx1"/>
                </a:solidFill>
              </a:rPr>
              <a:t>–Identity </a:t>
            </a:r>
            <a:r>
              <a:rPr lang="en-GB" b="1" dirty="0" smtClean="0">
                <a:solidFill>
                  <a:srgbClr val="FF0000"/>
                </a:solidFill>
              </a:rPr>
              <a:t>Rajendra”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756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Freeform 92"/>
          <p:cNvSpPr/>
          <p:nvPr/>
        </p:nvSpPr>
        <p:spPr>
          <a:xfrm>
            <a:off x="174661" y="215758"/>
            <a:ext cx="8815226" cy="4839128"/>
          </a:xfrm>
          <a:custGeom>
            <a:avLst/>
            <a:gdLst/>
            <a:ahLst/>
            <a:cxnLst/>
            <a:rect l="l" t="t" r="r" b="b"/>
            <a:pathLst>
              <a:path w="8815226" h="4839128">
                <a:moveTo>
                  <a:pt x="696666" y="0"/>
                </a:moveTo>
                <a:lnTo>
                  <a:pt x="8090856" y="0"/>
                </a:lnTo>
                <a:lnTo>
                  <a:pt x="7974761" y="232189"/>
                </a:lnTo>
                <a:lnTo>
                  <a:pt x="8178186" y="639039"/>
                </a:lnTo>
                <a:lnTo>
                  <a:pt x="8769033" y="639039"/>
                </a:lnTo>
                <a:lnTo>
                  <a:pt x="8815226" y="546653"/>
                </a:lnTo>
                <a:lnTo>
                  <a:pt x="8815226" y="4186791"/>
                </a:lnTo>
                <a:lnTo>
                  <a:pt x="8769033" y="4094405"/>
                </a:lnTo>
                <a:lnTo>
                  <a:pt x="8178186" y="4094405"/>
                </a:lnTo>
                <a:lnTo>
                  <a:pt x="7974761" y="4501255"/>
                </a:lnTo>
                <a:lnTo>
                  <a:pt x="8143698" y="4839128"/>
                </a:lnTo>
                <a:lnTo>
                  <a:pt x="638791" y="4839128"/>
                </a:lnTo>
                <a:lnTo>
                  <a:pt x="789955" y="4536801"/>
                </a:lnTo>
                <a:lnTo>
                  <a:pt x="586530" y="4129951"/>
                </a:lnTo>
                <a:lnTo>
                  <a:pt x="0" y="4129951"/>
                </a:lnTo>
                <a:lnTo>
                  <a:pt x="0" y="602061"/>
                </a:lnTo>
                <a:lnTo>
                  <a:pt x="18489" y="639039"/>
                </a:lnTo>
                <a:lnTo>
                  <a:pt x="609336" y="639039"/>
                </a:lnTo>
                <a:lnTo>
                  <a:pt x="812761" y="232189"/>
                </a:lnTo>
                <a:lnTo>
                  <a:pt x="696666" y="0"/>
                </a:lnTo>
                <a:close/>
                <a:moveTo>
                  <a:pt x="3921027" y="193898"/>
                </a:moveTo>
                <a:lnTo>
                  <a:pt x="3897280" y="245351"/>
                </a:lnTo>
                <a:lnTo>
                  <a:pt x="3927910" y="245351"/>
                </a:lnTo>
                <a:lnTo>
                  <a:pt x="3975233" y="193898"/>
                </a:lnTo>
                <a:lnTo>
                  <a:pt x="3921027" y="193898"/>
                </a:lnTo>
                <a:close/>
                <a:moveTo>
                  <a:pt x="3903131" y="259806"/>
                </a:moveTo>
                <a:lnTo>
                  <a:pt x="3903131" y="512079"/>
                </a:lnTo>
                <a:lnTo>
                  <a:pt x="3954067" y="512079"/>
                </a:lnTo>
                <a:lnTo>
                  <a:pt x="3954067" y="259806"/>
                </a:lnTo>
                <a:lnTo>
                  <a:pt x="3903131" y="259806"/>
                </a:lnTo>
                <a:close/>
                <a:moveTo>
                  <a:pt x="4328388" y="259806"/>
                </a:moveTo>
                <a:lnTo>
                  <a:pt x="4328388" y="350666"/>
                </a:lnTo>
                <a:cubicBezTo>
                  <a:pt x="4313475" y="333687"/>
                  <a:pt x="4295808" y="325197"/>
                  <a:pt x="4275387" y="325197"/>
                </a:cubicBezTo>
                <a:cubicBezTo>
                  <a:pt x="4253131" y="325197"/>
                  <a:pt x="4234718" y="333257"/>
                  <a:pt x="4220148" y="349375"/>
                </a:cubicBezTo>
                <a:cubicBezTo>
                  <a:pt x="4205579" y="365493"/>
                  <a:pt x="4198294" y="389040"/>
                  <a:pt x="4198294" y="420015"/>
                </a:cubicBezTo>
                <a:cubicBezTo>
                  <a:pt x="4198294" y="450301"/>
                  <a:pt x="4205780" y="473905"/>
                  <a:pt x="4220751" y="490827"/>
                </a:cubicBezTo>
                <a:cubicBezTo>
                  <a:pt x="4235722" y="507748"/>
                  <a:pt x="4253705" y="516209"/>
                  <a:pt x="4274699" y="516209"/>
                </a:cubicBezTo>
                <a:cubicBezTo>
                  <a:pt x="4285024" y="516209"/>
                  <a:pt x="4295262" y="513656"/>
                  <a:pt x="4305415" y="508551"/>
                </a:cubicBezTo>
                <a:cubicBezTo>
                  <a:pt x="4315568" y="503446"/>
                  <a:pt x="4324373" y="495674"/>
                  <a:pt x="4331830" y="485234"/>
                </a:cubicBezTo>
                <a:lnTo>
                  <a:pt x="4331830" y="512079"/>
                </a:lnTo>
                <a:lnTo>
                  <a:pt x="4376744" y="512079"/>
                </a:lnTo>
                <a:lnTo>
                  <a:pt x="4376744" y="259806"/>
                </a:lnTo>
                <a:lnTo>
                  <a:pt x="4328388" y="259806"/>
                </a:lnTo>
                <a:close/>
                <a:moveTo>
                  <a:pt x="4428210" y="259806"/>
                </a:moveTo>
                <a:lnTo>
                  <a:pt x="4428210" y="304548"/>
                </a:lnTo>
                <a:lnTo>
                  <a:pt x="4476565" y="304548"/>
                </a:lnTo>
                <a:lnTo>
                  <a:pt x="4476565" y="259806"/>
                </a:lnTo>
                <a:lnTo>
                  <a:pt x="4428210" y="259806"/>
                </a:lnTo>
                <a:close/>
                <a:moveTo>
                  <a:pt x="4601414" y="325197"/>
                </a:moveTo>
                <a:cubicBezTo>
                  <a:pt x="4574225" y="325197"/>
                  <a:pt x="4552657" y="333601"/>
                  <a:pt x="4536711" y="350408"/>
                </a:cubicBezTo>
                <a:cubicBezTo>
                  <a:pt x="4520764" y="367214"/>
                  <a:pt x="4512791" y="390704"/>
                  <a:pt x="4512791" y="420875"/>
                </a:cubicBezTo>
                <a:cubicBezTo>
                  <a:pt x="4512791" y="450703"/>
                  <a:pt x="4520736" y="474049"/>
                  <a:pt x="4536625" y="490913"/>
                </a:cubicBezTo>
                <a:cubicBezTo>
                  <a:pt x="4552513" y="507777"/>
                  <a:pt x="4573823" y="516209"/>
                  <a:pt x="4600553" y="516209"/>
                </a:cubicBezTo>
                <a:cubicBezTo>
                  <a:pt x="4624071" y="516209"/>
                  <a:pt x="4642828" y="510645"/>
                  <a:pt x="4656824" y="499517"/>
                </a:cubicBezTo>
                <a:cubicBezTo>
                  <a:pt x="4670821" y="488389"/>
                  <a:pt x="4680285" y="471926"/>
                  <a:pt x="4685218" y="450129"/>
                </a:cubicBezTo>
                <a:lnTo>
                  <a:pt x="4637723" y="442041"/>
                </a:lnTo>
                <a:cubicBezTo>
                  <a:pt x="4635314" y="454776"/>
                  <a:pt x="4631184" y="463753"/>
                  <a:pt x="4625333" y="468972"/>
                </a:cubicBezTo>
                <a:cubicBezTo>
                  <a:pt x="4619482" y="474192"/>
                  <a:pt x="4611968" y="476802"/>
                  <a:pt x="4602790" y="476802"/>
                </a:cubicBezTo>
                <a:cubicBezTo>
                  <a:pt x="4590515" y="476802"/>
                  <a:pt x="4580735" y="472328"/>
                  <a:pt x="4573450" y="463380"/>
                </a:cubicBezTo>
                <a:cubicBezTo>
                  <a:pt x="4566166" y="454431"/>
                  <a:pt x="4562523" y="439116"/>
                  <a:pt x="4562523" y="417434"/>
                </a:cubicBezTo>
                <a:cubicBezTo>
                  <a:pt x="4562523" y="397931"/>
                  <a:pt x="4566108" y="384021"/>
                  <a:pt x="4573278" y="375704"/>
                </a:cubicBezTo>
                <a:cubicBezTo>
                  <a:pt x="4580448" y="367386"/>
                  <a:pt x="4590056" y="363228"/>
                  <a:pt x="4602102" y="363228"/>
                </a:cubicBezTo>
                <a:cubicBezTo>
                  <a:pt x="4611165" y="363228"/>
                  <a:pt x="4618536" y="365637"/>
                  <a:pt x="4624215" y="370455"/>
                </a:cubicBezTo>
                <a:cubicBezTo>
                  <a:pt x="4629893" y="375273"/>
                  <a:pt x="4633536" y="382444"/>
                  <a:pt x="4635142" y="391965"/>
                </a:cubicBezTo>
                <a:lnTo>
                  <a:pt x="4682809" y="383361"/>
                </a:lnTo>
                <a:cubicBezTo>
                  <a:pt x="4677073" y="363744"/>
                  <a:pt x="4667637" y="349146"/>
                  <a:pt x="4654501" y="339566"/>
                </a:cubicBezTo>
                <a:cubicBezTo>
                  <a:pt x="4641366" y="329987"/>
                  <a:pt x="4623670" y="325197"/>
                  <a:pt x="4601414" y="325197"/>
                </a:cubicBezTo>
                <a:close/>
                <a:moveTo>
                  <a:pt x="4793179" y="325197"/>
                </a:moveTo>
                <a:cubicBezTo>
                  <a:pt x="4768972" y="325197"/>
                  <a:pt x="4748954" y="333773"/>
                  <a:pt x="4733122" y="350924"/>
                </a:cubicBezTo>
                <a:cubicBezTo>
                  <a:pt x="4717290" y="368075"/>
                  <a:pt x="4709375" y="391793"/>
                  <a:pt x="4709375" y="422080"/>
                </a:cubicBezTo>
                <a:cubicBezTo>
                  <a:pt x="4709375" y="447433"/>
                  <a:pt x="4715397" y="468427"/>
                  <a:pt x="4727443" y="485062"/>
                </a:cubicBezTo>
                <a:cubicBezTo>
                  <a:pt x="4742701" y="505827"/>
                  <a:pt x="4766219" y="516209"/>
                  <a:pt x="4797997" y="516209"/>
                </a:cubicBezTo>
                <a:cubicBezTo>
                  <a:pt x="4818073" y="516209"/>
                  <a:pt x="4834794" y="511591"/>
                  <a:pt x="4848159" y="502356"/>
                </a:cubicBezTo>
                <a:cubicBezTo>
                  <a:pt x="4861524" y="493121"/>
                  <a:pt x="4871304" y="479670"/>
                  <a:pt x="4877499" y="462003"/>
                </a:cubicBezTo>
                <a:lnTo>
                  <a:pt x="4829316" y="453915"/>
                </a:lnTo>
                <a:cubicBezTo>
                  <a:pt x="4826678" y="463093"/>
                  <a:pt x="4822777" y="469747"/>
                  <a:pt x="4817614" y="473877"/>
                </a:cubicBezTo>
                <a:cubicBezTo>
                  <a:pt x="4812452" y="478007"/>
                  <a:pt x="4806085" y="480072"/>
                  <a:pt x="4798513" y="480072"/>
                </a:cubicBezTo>
                <a:cubicBezTo>
                  <a:pt x="4787385" y="480072"/>
                  <a:pt x="4778093" y="476085"/>
                  <a:pt x="4770636" y="468112"/>
                </a:cubicBezTo>
                <a:cubicBezTo>
                  <a:pt x="4763179" y="460139"/>
                  <a:pt x="4759278" y="448982"/>
                  <a:pt x="4758934" y="434642"/>
                </a:cubicBezTo>
                <a:lnTo>
                  <a:pt x="4880080" y="434642"/>
                </a:lnTo>
                <a:cubicBezTo>
                  <a:pt x="4880769" y="397587"/>
                  <a:pt x="4873254" y="370082"/>
                  <a:pt x="4857538" y="352128"/>
                </a:cubicBezTo>
                <a:cubicBezTo>
                  <a:pt x="4841821" y="334174"/>
                  <a:pt x="4820368" y="325197"/>
                  <a:pt x="4793179" y="325197"/>
                </a:cubicBezTo>
                <a:close/>
                <a:moveTo>
                  <a:pt x="4428210" y="329327"/>
                </a:moveTo>
                <a:lnTo>
                  <a:pt x="4428210" y="512079"/>
                </a:lnTo>
                <a:lnTo>
                  <a:pt x="4476565" y="512079"/>
                </a:lnTo>
                <a:lnTo>
                  <a:pt x="4476565" y="329327"/>
                </a:lnTo>
                <a:lnTo>
                  <a:pt x="4428210" y="329327"/>
                </a:lnTo>
                <a:close/>
                <a:moveTo>
                  <a:pt x="4094858" y="325197"/>
                </a:moveTo>
                <a:cubicBezTo>
                  <a:pt x="4070652" y="325197"/>
                  <a:pt x="4050576" y="335522"/>
                  <a:pt x="4034630" y="356172"/>
                </a:cubicBezTo>
                <a:lnTo>
                  <a:pt x="4034630" y="329327"/>
                </a:lnTo>
                <a:lnTo>
                  <a:pt x="3989716" y="329327"/>
                </a:lnTo>
                <a:lnTo>
                  <a:pt x="3989716" y="512079"/>
                </a:lnTo>
                <a:lnTo>
                  <a:pt x="4038071" y="512079"/>
                </a:lnTo>
                <a:lnTo>
                  <a:pt x="4038071" y="429307"/>
                </a:lnTo>
                <a:cubicBezTo>
                  <a:pt x="4038071" y="408887"/>
                  <a:pt x="4039305" y="394891"/>
                  <a:pt x="4041771" y="387319"/>
                </a:cubicBezTo>
                <a:cubicBezTo>
                  <a:pt x="4044238" y="379748"/>
                  <a:pt x="4048798" y="373667"/>
                  <a:pt x="4055452" y="369078"/>
                </a:cubicBezTo>
                <a:cubicBezTo>
                  <a:pt x="4062105" y="364490"/>
                  <a:pt x="4069620" y="362195"/>
                  <a:pt x="4077994" y="362195"/>
                </a:cubicBezTo>
                <a:cubicBezTo>
                  <a:pt x="4084533" y="362195"/>
                  <a:pt x="4090126" y="363801"/>
                  <a:pt x="4094772" y="367013"/>
                </a:cubicBezTo>
                <a:cubicBezTo>
                  <a:pt x="4099419" y="370226"/>
                  <a:pt x="4102774" y="374729"/>
                  <a:pt x="4104839" y="380522"/>
                </a:cubicBezTo>
                <a:cubicBezTo>
                  <a:pt x="4106904" y="386315"/>
                  <a:pt x="4107937" y="399078"/>
                  <a:pt x="4107937" y="418810"/>
                </a:cubicBezTo>
                <a:lnTo>
                  <a:pt x="4107937" y="512079"/>
                </a:lnTo>
                <a:lnTo>
                  <a:pt x="4156292" y="512079"/>
                </a:lnTo>
                <a:lnTo>
                  <a:pt x="4156292" y="398505"/>
                </a:lnTo>
                <a:cubicBezTo>
                  <a:pt x="4156292" y="384394"/>
                  <a:pt x="4155403" y="373553"/>
                  <a:pt x="4153625" y="365981"/>
                </a:cubicBezTo>
                <a:cubicBezTo>
                  <a:pt x="4151847" y="358409"/>
                  <a:pt x="4148692" y="351641"/>
                  <a:pt x="4144160" y="345675"/>
                </a:cubicBezTo>
                <a:cubicBezTo>
                  <a:pt x="4139629" y="339710"/>
                  <a:pt x="4132946" y="334805"/>
                  <a:pt x="4124112" y="330962"/>
                </a:cubicBezTo>
                <a:cubicBezTo>
                  <a:pt x="4115279" y="327119"/>
                  <a:pt x="4105528" y="325197"/>
                  <a:pt x="4094858" y="325197"/>
                </a:cubicBezTo>
                <a:close/>
              </a:path>
            </a:pathLst>
          </a:custGeom>
          <a:noFill/>
          <a:ln>
            <a:solidFill>
              <a:srgbClr val="965F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760341" y="341986"/>
            <a:ext cx="1479479" cy="626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Google Shape;196;p16"/>
          <p:cNvSpPr txBox="1"/>
          <p:nvPr/>
        </p:nvSpPr>
        <p:spPr>
          <a:xfrm>
            <a:off x="2301625" y="375747"/>
            <a:ext cx="4561298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GB" sz="2000" b="1" dirty="0" err="1" smtClean="0"/>
              <a:t>Activar</a:t>
            </a:r>
            <a:r>
              <a:rPr lang="en-GB" sz="2000" b="1" dirty="0" smtClean="0"/>
              <a:t> </a:t>
            </a:r>
            <a:r>
              <a:rPr lang="en-GB" sz="2000" b="1" dirty="0"/>
              <a:t>a </a:t>
            </a:r>
            <a:r>
              <a:rPr lang="en-GB" sz="2000" b="1" dirty="0" err="1" smtClean="0"/>
              <a:t>Conta</a:t>
            </a:r>
            <a:r>
              <a:rPr lang="en-GB" sz="2000" b="1" dirty="0" smtClean="0"/>
              <a:t> de </a:t>
            </a:r>
            <a:r>
              <a:rPr lang="en-GB" sz="2000" b="1" dirty="0" err="1"/>
              <a:t>U</a:t>
            </a:r>
            <a:r>
              <a:rPr lang="en-GB" sz="2000" b="1" dirty="0" err="1" smtClean="0"/>
              <a:t>tilizador</a:t>
            </a:r>
            <a:endParaRPr lang="en-GB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1191802" y="4522950"/>
            <a:ext cx="70192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 smtClean="0">
                <a:solidFill>
                  <a:srgbClr val="FF0000"/>
                </a:solidFill>
              </a:rPr>
              <a:t>“</a:t>
            </a:r>
            <a:r>
              <a:rPr lang="en-GB" b="1" dirty="0" smtClean="0">
                <a:solidFill>
                  <a:schemeClr val="tx1"/>
                </a:solidFill>
              </a:rPr>
              <a:t>Enable-</a:t>
            </a:r>
            <a:r>
              <a:rPr lang="en-GB" b="1" dirty="0" err="1" smtClean="0">
                <a:solidFill>
                  <a:schemeClr val="tx1"/>
                </a:solidFill>
              </a:rPr>
              <a:t>ADAccount</a:t>
            </a:r>
            <a:r>
              <a:rPr lang="en-GB" b="1" dirty="0" smtClean="0">
                <a:solidFill>
                  <a:schemeClr val="tx1"/>
                </a:solidFill>
              </a:rPr>
              <a:t> –Identity </a:t>
            </a:r>
            <a:r>
              <a:rPr lang="en-GB" b="1" dirty="0" smtClean="0">
                <a:solidFill>
                  <a:srgbClr val="FF0000"/>
                </a:solidFill>
              </a:rPr>
              <a:t>Rajendra”</a:t>
            </a:r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584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Freeform 92"/>
          <p:cNvSpPr/>
          <p:nvPr/>
        </p:nvSpPr>
        <p:spPr>
          <a:xfrm>
            <a:off x="174661" y="215758"/>
            <a:ext cx="8815226" cy="4839128"/>
          </a:xfrm>
          <a:custGeom>
            <a:avLst/>
            <a:gdLst/>
            <a:ahLst/>
            <a:cxnLst/>
            <a:rect l="l" t="t" r="r" b="b"/>
            <a:pathLst>
              <a:path w="8815226" h="4839128">
                <a:moveTo>
                  <a:pt x="696666" y="0"/>
                </a:moveTo>
                <a:lnTo>
                  <a:pt x="8090856" y="0"/>
                </a:lnTo>
                <a:lnTo>
                  <a:pt x="7974761" y="232189"/>
                </a:lnTo>
                <a:lnTo>
                  <a:pt x="8178186" y="639039"/>
                </a:lnTo>
                <a:lnTo>
                  <a:pt x="8769033" y="639039"/>
                </a:lnTo>
                <a:lnTo>
                  <a:pt x="8815226" y="546653"/>
                </a:lnTo>
                <a:lnTo>
                  <a:pt x="8815226" y="4186791"/>
                </a:lnTo>
                <a:lnTo>
                  <a:pt x="8769033" y="4094405"/>
                </a:lnTo>
                <a:lnTo>
                  <a:pt x="8178186" y="4094405"/>
                </a:lnTo>
                <a:lnTo>
                  <a:pt x="7974761" y="4501255"/>
                </a:lnTo>
                <a:lnTo>
                  <a:pt x="8143698" y="4839128"/>
                </a:lnTo>
                <a:lnTo>
                  <a:pt x="638791" y="4839128"/>
                </a:lnTo>
                <a:lnTo>
                  <a:pt x="789955" y="4536801"/>
                </a:lnTo>
                <a:lnTo>
                  <a:pt x="586530" y="4129951"/>
                </a:lnTo>
                <a:lnTo>
                  <a:pt x="0" y="4129951"/>
                </a:lnTo>
                <a:lnTo>
                  <a:pt x="0" y="602061"/>
                </a:lnTo>
                <a:lnTo>
                  <a:pt x="18489" y="639039"/>
                </a:lnTo>
                <a:lnTo>
                  <a:pt x="609336" y="639039"/>
                </a:lnTo>
                <a:lnTo>
                  <a:pt x="812761" y="232189"/>
                </a:lnTo>
                <a:lnTo>
                  <a:pt x="696666" y="0"/>
                </a:lnTo>
                <a:close/>
                <a:moveTo>
                  <a:pt x="3921027" y="193898"/>
                </a:moveTo>
                <a:lnTo>
                  <a:pt x="3897280" y="245351"/>
                </a:lnTo>
                <a:lnTo>
                  <a:pt x="3927910" y="245351"/>
                </a:lnTo>
                <a:lnTo>
                  <a:pt x="3975233" y="193898"/>
                </a:lnTo>
                <a:lnTo>
                  <a:pt x="3921027" y="193898"/>
                </a:lnTo>
                <a:close/>
                <a:moveTo>
                  <a:pt x="3903131" y="259806"/>
                </a:moveTo>
                <a:lnTo>
                  <a:pt x="3903131" y="512079"/>
                </a:lnTo>
                <a:lnTo>
                  <a:pt x="3954067" y="512079"/>
                </a:lnTo>
                <a:lnTo>
                  <a:pt x="3954067" y="259806"/>
                </a:lnTo>
                <a:lnTo>
                  <a:pt x="3903131" y="259806"/>
                </a:lnTo>
                <a:close/>
                <a:moveTo>
                  <a:pt x="4328388" y="259806"/>
                </a:moveTo>
                <a:lnTo>
                  <a:pt x="4328388" y="350666"/>
                </a:lnTo>
                <a:cubicBezTo>
                  <a:pt x="4313475" y="333687"/>
                  <a:pt x="4295808" y="325197"/>
                  <a:pt x="4275387" y="325197"/>
                </a:cubicBezTo>
                <a:cubicBezTo>
                  <a:pt x="4253131" y="325197"/>
                  <a:pt x="4234718" y="333257"/>
                  <a:pt x="4220148" y="349375"/>
                </a:cubicBezTo>
                <a:cubicBezTo>
                  <a:pt x="4205579" y="365493"/>
                  <a:pt x="4198294" y="389040"/>
                  <a:pt x="4198294" y="420015"/>
                </a:cubicBezTo>
                <a:cubicBezTo>
                  <a:pt x="4198294" y="450301"/>
                  <a:pt x="4205780" y="473905"/>
                  <a:pt x="4220751" y="490827"/>
                </a:cubicBezTo>
                <a:cubicBezTo>
                  <a:pt x="4235722" y="507748"/>
                  <a:pt x="4253705" y="516209"/>
                  <a:pt x="4274699" y="516209"/>
                </a:cubicBezTo>
                <a:cubicBezTo>
                  <a:pt x="4285024" y="516209"/>
                  <a:pt x="4295262" y="513656"/>
                  <a:pt x="4305415" y="508551"/>
                </a:cubicBezTo>
                <a:cubicBezTo>
                  <a:pt x="4315568" y="503446"/>
                  <a:pt x="4324373" y="495674"/>
                  <a:pt x="4331830" y="485234"/>
                </a:cubicBezTo>
                <a:lnTo>
                  <a:pt x="4331830" y="512079"/>
                </a:lnTo>
                <a:lnTo>
                  <a:pt x="4376744" y="512079"/>
                </a:lnTo>
                <a:lnTo>
                  <a:pt x="4376744" y="259806"/>
                </a:lnTo>
                <a:lnTo>
                  <a:pt x="4328388" y="259806"/>
                </a:lnTo>
                <a:close/>
                <a:moveTo>
                  <a:pt x="4428210" y="259806"/>
                </a:moveTo>
                <a:lnTo>
                  <a:pt x="4428210" y="304548"/>
                </a:lnTo>
                <a:lnTo>
                  <a:pt x="4476565" y="304548"/>
                </a:lnTo>
                <a:lnTo>
                  <a:pt x="4476565" y="259806"/>
                </a:lnTo>
                <a:lnTo>
                  <a:pt x="4428210" y="259806"/>
                </a:lnTo>
                <a:close/>
                <a:moveTo>
                  <a:pt x="4601414" y="325197"/>
                </a:moveTo>
                <a:cubicBezTo>
                  <a:pt x="4574225" y="325197"/>
                  <a:pt x="4552657" y="333601"/>
                  <a:pt x="4536711" y="350408"/>
                </a:cubicBezTo>
                <a:cubicBezTo>
                  <a:pt x="4520764" y="367214"/>
                  <a:pt x="4512791" y="390704"/>
                  <a:pt x="4512791" y="420875"/>
                </a:cubicBezTo>
                <a:cubicBezTo>
                  <a:pt x="4512791" y="450703"/>
                  <a:pt x="4520736" y="474049"/>
                  <a:pt x="4536625" y="490913"/>
                </a:cubicBezTo>
                <a:cubicBezTo>
                  <a:pt x="4552513" y="507777"/>
                  <a:pt x="4573823" y="516209"/>
                  <a:pt x="4600553" y="516209"/>
                </a:cubicBezTo>
                <a:cubicBezTo>
                  <a:pt x="4624071" y="516209"/>
                  <a:pt x="4642828" y="510645"/>
                  <a:pt x="4656824" y="499517"/>
                </a:cubicBezTo>
                <a:cubicBezTo>
                  <a:pt x="4670821" y="488389"/>
                  <a:pt x="4680285" y="471926"/>
                  <a:pt x="4685218" y="450129"/>
                </a:cubicBezTo>
                <a:lnTo>
                  <a:pt x="4637723" y="442041"/>
                </a:lnTo>
                <a:cubicBezTo>
                  <a:pt x="4635314" y="454776"/>
                  <a:pt x="4631184" y="463753"/>
                  <a:pt x="4625333" y="468972"/>
                </a:cubicBezTo>
                <a:cubicBezTo>
                  <a:pt x="4619482" y="474192"/>
                  <a:pt x="4611968" y="476802"/>
                  <a:pt x="4602790" y="476802"/>
                </a:cubicBezTo>
                <a:cubicBezTo>
                  <a:pt x="4590515" y="476802"/>
                  <a:pt x="4580735" y="472328"/>
                  <a:pt x="4573450" y="463380"/>
                </a:cubicBezTo>
                <a:cubicBezTo>
                  <a:pt x="4566166" y="454431"/>
                  <a:pt x="4562523" y="439116"/>
                  <a:pt x="4562523" y="417434"/>
                </a:cubicBezTo>
                <a:cubicBezTo>
                  <a:pt x="4562523" y="397931"/>
                  <a:pt x="4566108" y="384021"/>
                  <a:pt x="4573278" y="375704"/>
                </a:cubicBezTo>
                <a:cubicBezTo>
                  <a:pt x="4580448" y="367386"/>
                  <a:pt x="4590056" y="363228"/>
                  <a:pt x="4602102" y="363228"/>
                </a:cubicBezTo>
                <a:cubicBezTo>
                  <a:pt x="4611165" y="363228"/>
                  <a:pt x="4618536" y="365637"/>
                  <a:pt x="4624215" y="370455"/>
                </a:cubicBezTo>
                <a:cubicBezTo>
                  <a:pt x="4629893" y="375273"/>
                  <a:pt x="4633536" y="382444"/>
                  <a:pt x="4635142" y="391965"/>
                </a:cubicBezTo>
                <a:lnTo>
                  <a:pt x="4682809" y="383361"/>
                </a:lnTo>
                <a:cubicBezTo>
                  <a:pt x="4677073" y="363744"/>
                  <a:pt x="4667637" y="349146"/>
                  <a:pt x="4654501" y="339566"/>
                </a:cubicBezTo>
                <a:cubicBezTo>
                  <a:pt x="4641366" y="329987"/>
                  <a:pt x="4623670" y="325197"/>
                  <a:pt x="4601414" y="325197"/>
                </a:cubicBezTo>
                <a:close/>
                <a:moveTo>
                  <a:pt x="4793179" y="325197"/>
                </a:moveTo>
                <a:cubicBezTo>
                  <a:pt x="4768972" y="325197"/>
                  <a:pt x="4748954" y="333773"/>
                  <a:pt x="4733122" y="350924"/>
                </a:cubicBezTo>
                <a:cubicBezTo>
                  <a:pt x="4717290" y="368075"/>
                  <a:pt x="4709375" y="391793"/>
                  <a:pt x="4709375" y="422080"/>
                </a:cubicBezTo>
                <a:cubicBezTo>
                  <a:pt x="4709375" y="447433"/>
                  <a:pt x="4715397" y="468427"/>
                  <a:pt x="4727443" y="485062"/>
                </a:cubicBezTo>
                <a:cubicBezTo>
                  <a:pt x="4742701" y="505827"/>
                  <a:pt x="4766219" y="516209"/>
                  <a:pt x="4797997" y="516209"/>
                </a:cubicBezTo>
                <a:cubicBezTo>
                  <a:pt x="4818073" y="516209"/>
                  <a:pt x="4834794" y="511591"/>
                  <a:pt x="4848159" y="502356"/>
                </a:cubicBezTo>
                <a:cubicBezTo>
                  <a:pt x="4861524" y="493121"/>
                  <a:pt x="4871304" y="479670"/>
                  <a:pt x="4877499" y="462003"/>
                </a:cubicBezTo>
                <a:lnTo>
                  <a:pt x="4829316" y="453915"/>
                </a:lnTo>
                <a:cubicBezTo>
                  <a:pt x="4826678" y="463093"/>
                  <a:pt x="4822777" y="469747"/>
                  <a:pt x="4817614" y="473877"/>
                </a:cubicBezTo>
                <a:cubicBezTo>
                  <a:pt x="4812452" y="478007"/>
                  <a:pt x="4806085" y="480072"/>
                  <a:pt x="4798513" y="480072"/>
                </a:cubicBezTo>
                <a:cubicBezTo>
                  <a:pt x="4787385" y="480072"/>
                  <a:pt x="4778093" y="476085"/>
                  <a:pt x="4770636" y="468112"/>
                </a:cubicBezTo>
                <a:cubicBezTo>
                  <a:pt x="4763179" y="460139"/>
                  <a:pt x="4759278" y="448982"/>
                  <a:pt x="4758934" y="434642"/>
                </a:cubicBezTo>
                <a:lnTo>
                  <a:pt x="4880080" y="434642"/>
                </a:lnTo>
                <a:cubicBezTo>
                  <a:pt x="4880769" y="397587"/>
                  <a:pt x="4873254" y="370082"/>
                  <a:pt x="4857538" y="352128"/>
                </a:cubicBezTo>
                <a:cubicBezTo>
                  <a:pt x="4841821" y="334174"/>
                  <a:pt x="4820368" y="325197"/>
                  <a:pt x="4793179" y="325197"/>
                </a:cubicBezTo>
                <a:close/>
                <a:moveTo>
                  <a:pt x="4428210" y="329327"/>
                </a:moveTo>
                <a:lnTo>
                  <a:pt x="4428210" y="512079"/>
                </a:lnTo>
                <a:lnTo>
                  <a:pt x="4476565" y="512079"/>
                </a:lnTo>
                <a:lnTo>
                  <a:pt x="4476565" y="329327"/>
                </a:lnTo>
                <a:lnTo>
                  <a:pt x="4428210" y="329327"/>
                </a:lnTo>
                <a:close/>
                <a:moveTo>
                  <a:pt x="4094858" y="325197"/>
                </a:moveTo>
                <a:cubicBezTo>
                  <a:pt x="4070652" y="325197"/>
                  <a:pt x="4050576" y="335522"/>
                  <a:pt x="4034630" y="356172"/>
                </a:cubicBezTo>
                <a:lnTo>
                  <a:pt x="4034630" y="329327"/>
                </a:lnTo>
                <a:lnTo>
                  <a:pt x="3989716" y="329327"/>
                </a:lnTo>
                <a:lnTo>
                  <a:pt x="3989716" y="512079"/>
                </a:lnTo>
                <a:lnTo>
                  <a:pt x="4038071" y="512079"/>
                </a:lnTo>
                <a:lnTo>
                  <a:pt x="4038071" y="429307"/>
                </a:lnTo>
                <a:cubicBezTo>
                  <a:pt x="4038071" y="408887"/>
                  <a:pt x="4039305" y="394891"/>
                  <a:pt x="4041771" y="387319"/>
                </a:cubicBezTo>
                <a:cubicBezTo>
                  <a:pt x="4044238" y="379748"/>
                  <a:pt x="4048798" y="373667"/>
                  <a:pt x="4055452" y="369078"/>
                </a:cubicBezTo>
                <a:cubicBezTo>
                  <a:pt x="4062105" y="364490"/>
                  <a:pt x="4069620" y="362195"/>
                  <a:pt x="4077994" y="362195"/>
                </a:cubicBezTo>
                <a:cubicBezTo>
                  <a:pt x="4084533" y="362195"/>
                  <a:pt x="4090126" y="363801"/>
                  <a:pt x="4094772" y="367013"/>
                </a:cubicBezTo>
                <a:cubicBezTo>
                  <a:pt x="4099419" y="370226"/>
                  <a:pt x="4102774" y="374729"/>
                  <a:pt x="4104839" y="380522"/>
                </a:cubicBezTo>
                <a:cubicBezTo>
                  <a:pt x="4106904" y="386315"/>
                  <a:pt x="4107937" y="399078"/>
                  <a:pt x="4107937" y="418810"/>
                </a:cubicBezTo>
                <a:lnTo>
                  <a:pt x="4107937" y="512079"/>
                </a:lnTo>
                <a:lnTo>
                  <a:pt x="4156292" y="512079"/>
                </a:lnTo>
                <a:lnTo>
                  <a:pt x="4156292" y="398505"/>
                </a:lnTo>
                <a:cubicBezTo>
                  <a:pt x="4156292" y="384394"/>
                  <a:pt x="4155403" y="373553"/>
                  <a:pt x="4153625" y="365981"/>
                </a:cubicBezTo>
                <a:cubicBezTo>
                  <a:pt x="4151847" y="358409"/>
                  <a:pt x="4148692" y="351641"/>
                  <a:pt x="4144160" y="345675"/>
                </a:cubicBezTo>
                <a:cubicBezTo>
                  <a:pt x="4139629" y="339710"/>
                  <a:pt x="4132946" y="334805"/>
                  <a:pt x="4124112" y="330962"/>
                </a:cubicBezTo>
                <a:cubicBezTo>
                  <a:pt x="4115279" y="327119"/>
                  <a:pt x="4105528" y="325197"/>
                  <a:pt x="4094858" y="325197"/>
                </a:cubicBezTo>
                <a:close/>
              </a:path>
            </a:pathLst>
          </a:custGeom>
          <a:noFill/>
          <a:ln>
            <a:solidFill>
              <a:srgbClr val="965F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760341" y="341986"/>
            <a:ext cx="1479479" cy="626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136469" y="533592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New-</a:t>
            </a:r>
            <a:r>
              <a:rPr lang="en-GB" dirty="0" err="1"/>
              <a:t>ADGroup</a:t>
            </a:r>
            <a:r>
              <a:rPr lang="en-GB" dirty="0"/>
              <a:t> "HRM Users"-</a:t>
            </a:r>
            <a:r>
              <a:rPr lang="en-GB" dirty="0" err="1"/>
              <a:t>Path"Ou</a:t>
            </a:r>
            <a:r>
              <a:rPr lang="en-GB" dirty="0"/>
              <a:t>-</a:t>
            </a:r>
            <a:r>
              <a:rPr lang="en-GB" dirty="0" err="1"/>
              <a:t>HiRM</a:t>
            </a:r>
            <a:r>
              <a:rPr lang="en-GB" dirty="0"/>
              <a:t>, de-dream, de-local"-</a:t>
            </a:r>
            <a:r>
              <a:rPr lang="en-GB" dirty="0" err="1"/>
              <a:t>GroupScope</a:t>
            </a:r>
            <a:r>
              <a:rPr lang="en-GB" dirty="0"/>
              <a:t> Global -</a:t>
            </a:r>
            <a:r>
              <a:rPr lang="en-GB" dirty="0" err="1"/>
              <a:t>GroupCategory</a:t>
            </a:r>
            <a:r>
              <a:rPr lang="en-GB" dirty="0"/>
              <a:t>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6469" y="1252049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 err="1"/>
              <a:t>Add-ADGroup®ember</a:t>
            </a:r>
            <a:r>
              <a:rPr lang="en-GB" dirty="0"/>
              <a:t> "HRM Users"-</a:t>
            </a:r>
            <a:r>
              <a:rPr lang="en-GB" dirty="0" smtClean="0"/>
              <a:t>Members “Sana </a:t>
            </a:r>
            <a:r>
              <a:rPr lang="en-GB" dirty="0"/>
              <a:t>User"</a:t>
            </a:r>
          </a:p>
        </p:txBody>
      </p:sp>
      <p:sp>
        <p:nvSpPr>
          <p:cNvPr id="9" name="Rectangle 8"/>
          <p:cNvSpPr/>
          <p:nvPr/>
        </p:nvSpPr>
        <p:spPr>
          <a:xfrm>
            <a:off x="1136469" y="1970506"/>
            <a:ext cx="276870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Remove-</a:t>
            </a:r>
            <a:r>
              <a:rPr lang="en-GB" dirty="0" err="1"/>
              <a:t>ADGroup</a:t>
            </a:r>
            <a:r>
              <a:rPr lang="en-GB" dirty="0"/>
              <a:t> "HRM Users*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36469" y="2473520"/>
            <a:ext cx="25635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Remove-</a:t>
            </a:r>
            <a:r>
              <a:rPr lang="en-GB" dirty="0" err="1"/>
              <a:t>ADUser</a:t>
            </a:r>
            <a:r>
              <a:rPr lang="en-GB" dirty="0"/>
              <a:t> "Sana User"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6469" y="2976534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Set-</a:t>
            </a:r>
            <a:r>
              <a:rPr lang="en-GB" dirty="0" err="1"/>
              <a:t>ADOrganizationalUnit</a:t>
            </a:r>
            <a:r>
              <a:rPr lang="en-GB" dirty="0"/>
              <a:t> </a:t>
            </a:r>
            <a:r>
              <a:rPr lang="en-GB" dirty="0" smtClean="0"/>
              <a:t>“</a:t>
            </a:r>
            <a:r>
              <a:rPr lang="en-GB" dirty="0" err="1" smtClean="0"/>
              <a:t>ou</a:t>
            </a:r>
            <a:r>
              <a:rPr lang="en-GB" dirty="0" smtClean="0"/>
              <a:t>-HRM</a:t>
            </a:r>
            <a:r>
              <a:rPr lang="en-GB" dirty="0"/>
              <a:t>, dc-dream, dc-local" -</a:t>
            </a:r>
            <a:r>
              <a:rPr lang="en-GB" dirty="0" err="1"/>
              <a:t>ProtectedfromAccidentalDeletion</a:t>
            </a:r>
            <a:r>
              <a:rPr lang="en-GB" dirty="0"/>
              <a:t>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6469" y="3936395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Remove-</a:t>
            </a:r>
            <a:r>
              <a:rPr lang="en-GB" dirty="0" err="1"/>
              <a:t>ADOrganizationalUnit"ou</a:t>
            </a:r>
            <a:r>
              <a:rPr lang="en-GB" dirty="0"/>
              <a:t>-</a:t>
            </a:r>
            <a:r>
              <a:rPr lang="en-GB" dirty="0" err="1"/>
              <a:t>HRM,dc</a:t>
            </a:r>
            <a:r>
              <a:rPr lang="en-GB" dirty="0"/>
              <a:t>-</a:t>
            </a:r>
            <a:r>
              <a:rPr lang="en-GB" dirty="0" err="1"/>
              <a:t>dream,dc</a:t>
            </a:r>
            <a:r>
              <a:rPr lang="en-GB" dirty="0"/>
              <a:t>-local"</a:t>
            </a:r>
          </a:p>
        </p:txBody>
      </p:sp>
    </p:spTree>
    <p:extLst>
      <p:ext uri="{BB962C8B-B14F-4D97-AF65-F5344CB8AC3E}">
        <p14:creationId xmlns:p14="http://schemas.microsoft.com/office/powerpoint/2010/main" val="1470206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Freeform 92"/>
          <p:cNvSpPr/>
          <p:nvPr/>
        </p:nvSpPr>
        <p:spPr>
          <a:xfrm>
            <a:off x="174661" y="215758"/>
            <a:ext cx="8815226" cy="4839128"/>
          </a:xfrm>
          <a:custGeom>
            <a:avLst/>
            <a:gdLst/>
            <a:ahLst/>
            <a:cxnLst/>
            <a:rect l="l" t="t" r="r" b="b"/>
            <a:pathLst>
              <a:path w="8815226" h="4839128">
                <a:moveTo>
                  <a:pt x="696666" y="0"/>
                </a:moveTo>
                <a:lnTo>
                  <a:pt x="8090856" y="0"/>
                </a:lnTo>
                <a:lnTo>
                  <a:pt x="7974761" y="232189"/>
                </a:lnTo>
                <a:lnTo>
                  <a:pt x="8178186" y="639039"/>
                </a:lnTo>
                <a:lnTo>
                  <a:pt x="8769033" y="639039"/>
                </a:lnTo>
                <a:lnTo>
                  <a:pt x="8815226" y="546653"/>
                </a:lnTo>
                <a:lnTo>
                  <a:pt x="8815226" y="4186791"/>
                </a:lnTo>
                <a:lnTo>
                  <a:pt x="8769033" y="4094405"/>
                </a:lnTo>
                <a:lnTo>
                  <a:pt x="8178186" y="4094405"/>
                </a:lnTo>
                <a:lnTo>
                  <a:pt x="7974761" y="4501255"/>
                </a:lnTo>
                <a:lnTo>
                  <a:pt x="8143698" y="4839128"/>
                </a:lnTo>
                <a:lnTo>
                  <a:pt x="638791" y="4839128"/>
                </a:lnTo>
                <a:lnTo>
                  <a:pt x="789955" y="4536801"/>
                </a:lnTo>
                <a:lnTo>
                  <a:pt x="586530" y="4129951"/>
                </a:lnTo>
                <a:lnTo>
                  <a:pt x="0" y="4129951"/>
                </a:lnTo>
                <a:lnTo>
                  <a:pt x="0" y="602061"/>
                </a:lnTo>
                <a:lnTo>
                  <a:pt x="18489" y="639039"/>
                </a:lnTo>
                <a:lnTo>
                  <a:pt x="609336" y="639039"/>
                </a:lnTo>
                <a:lnTo>
                  <a:pt x="812761" y="232189"/>
                </a:lnTo>
                <a:lnTo>
                  <a:pt x="696666" y="0"/>
                </a:lnTo>
                <a:close/>
                <a:moveTo>
                  <a:pt x="3921027" y="193898"/>
                </a:moveTo>
                <a:lnTo>
                  <a:pt x="3897280" y="245351"/>
                </a:lnTo>
                <a:lnTo>
                  <a:pt x="3927910" y="245351"/>
                </a:lnTo>
                <a:lnTo>
                  <a:pt x="3975233" y="193898"/>
                </a:lnTo>
                <a:lnTo>
                  <a:pt x="3921027" y="193898"/>
                </a:lnTo>
                <a:close/>
                <a:moveTo>
                  <a:pt x="3903131" y="259806"/>
                </a:moveTo>
                <a:lnTo>
                  <a:pt x="3903131" y="512079"/>
                </a:lnTo>
                <a:lnTo>
                  <a:pt x="3954067" y="512079"/>
                </a:lnTo>
                <a:lnTo>
                  <a:pt x="3954067" y="259806"/>
                </a:lnTo>
                <a:lnTo>
                  <a:pt x="3903131" y="259806"/>
                </a:lnTo>
                <a:close/>
                <a:moveTo>
                  <a:pt x="4328388" y="259806"/>
                </a:moveTo>
                <a:lnTo>
                  <a:pt x="4328388" y="350666"/>
                </a:lnTo>
                <a:cubicBezTo>
                  <a:pt x="4313475" y="333687"/>
                  <a:pt x="4295808" y="325197"/>
                  <a:pt x="4275387" y="325197"/>
                </a:cubicBezTo>
                <a:cubicBezTo>
                  <a:pt x="4253131" y="325197"/>
                  <a:pt x="4234718" y="333257"/>
                  <a:pt x="4220148" y="349375"/>
                </a:cubicBezTo>
                <a:cubicBezTo>
                  <a:pt x="4205579" y="365493"/>
                  <a:pt x="4198294" y="389040"/>
                  <a:pt x="4198294" y="420015"/>
                </a:cubicBezTo>
                <a:cubicBezTo>
                  <a:pt x="4198294" y="450301"/>
                  <a:pt x="4205780" y="473905"/>
                  <a:pt x="4220751" y="490827"/>
                </a:cubicBezTo>
                <a:cubicBezTo>
                  <a:pt x="4235722" y="507748"/>
                  <a:pt x="4253705" y="516209"/>
                  <a:pt x="4274699" y="516209"/>
                </a:cubicBezTo>
                <a:cubicBezTo>
                  <a:pt x="4285024" y="516209"/>
                  <a:pt x="4295262" y="513656"/>
                  <a:pt x="4305415" y="508551"/>
                </a:cubicBezTo>
                <a:cubicBezTo>
                  <a:pt x="4315568" y="503446"/>
                  <a:pt x="4324373" y="495674"/>
                  <a:pt x="4331830" y="485234"/>
                </a:cubicBezTo>
                <a:lnTo>
                  <a:pt x="4331830" y="512079"/>
                </a:lnTo>
                <a:lnTo>
                  <a:pt x="4376744" y="512079"/>
                </a:lnTo>
                <a:lnTo>
                  <a:pt x="4376744" y="259806"/>
                </a:lnTo>
                <a:lnTo>
                  <a:pt x="4328388" y="259806"/>
                </a:lnTo>
                <a:close/>
                <a:moveTo>
                  <a:pt x="4428210" y="259806"/>
                </a:moveTo>
                <a:lnTo>
                  <a:pt x="4428210" y="304548"/>
                </a:lnTo>
                <a:lnTo>
                  <a:pt x="4476565" y="304548"/>
                </a:lnTo>
                <a:lnTo>
                  <a:pt x="4476565" y="259806"/>
                </a:lnTo>
                <a:lnTo>
                  <a:pt x="4428210" y="259806"/>
                </a:lnTo>
                <a:close/>
                <a:moveTo>
                  <a:pt x="4601414" y="325197"/>
                </a:moveTo>
                <a:cubicBezTo>
                  <a:pt x="4574225" y="325197"/>
                  <a:pt x="4552657" y="333601"/>
                  <a:pt x="4536711" y="350408"/>
                </a:cubicBezTo>
                <a:cubicBezTo>
                  <a:pt x="4520764" y="367214"/>
                  <a:pt x="4512791" y="390704"/>
                  <a:pt x="4512791" y="420875"/>
                </a:cubicBezTo>
                <a:cubicBezTo>
                  <a:pt x="4512791" y="450703"/>
                  <a:pt x="4520736" y="474049"/>
                  <a:pt x="4536625" y="490913"/>
                </a:cubicBezTo>
                <a:cubicBezTo>
                  <a:pt x="4552513" y="507777"/>
                  <a:pt x="4573823" y="516209"/>
                  <a:pt x="4600553" y="516209"/>
                </a:cubicBezTo>
                <a:cubicBezTo>
                  <a:pt x="4624071" y="516209"/>
                  <a:pt x="4642828" y="510645"/>
                  <a:pt x="4656824" y="499517"/>
                </a:cubicBezTo>
                <a:cubicBezTo>
                  <a:pt x="4670821" y="488389"/>
                  <a:pt x="4680285" y="471926"/>
                  <a:pt x="4685218" y="450129"/>
                </a:cubicBezTo>
                <a:lnTo>
                  <a:pt x="4637723" y="442041"/>
                </a:lnTo>
                <a:cubicBezTo>
                  <a:pt x="4635314" y="454776"/>
                  <a:pt x="4631184" y="463753"/>
                  <a:pt x="4625333" y="468972"/>
                </a:cubicBezTo>
                <a:cubicBezTo>
                  <a:pt x="4619482" y="474192"/>
                  <a:pt x="4611968" y="476802"/>
                  <a:pt x="4602790" y="476802"/>
                </a:cubicBezTo>
                <a:cubicBezTo>
                  <a:pt x="4590515" y="476802"/>
                  <a:pt x="4580735" y="472328"/>
                  <a:pt x="4573450" y="463380"/>
                </a:cubicBezTo>
                <a:cubicBezTo>
                  <a:pt x="4566166" y="454431"/>
                  <a:pt x="4562523" y="439116"/>
                  <a:pt x="4562523" y="417434"/>
                </a:cubicBezTo>
                <a:cubicBezTo>
                  <a:pt x="4562523" y="397931"/>
                  <a:pt x="4566108" y="384021"/>
                  <a:pt x="4573278" y="375704"/>
                </a:cubicBezTo>
                <a:cubicBezTo>
                  <a:pt x="4580448" y="367386"/>
                  <a:pt x="4590056" y="363228"/>
                  <a:pt x="4602102" y="363228"/>
                </a:cubicBezTo>
                <a:cubicBezTo>
                  <a:pt x="4611165" y="363228"/>
                  <a:pt x="4618536" y="365637"/>
                  <a:pt x="4624215" y="370455"/>
                </a:cubicBezTo>
                <a:cubicBezTo>
                  <a:pt x="4629893" y="375273"/>
                  <a:pt x="4633536" y="382444"/>
                  <a:pt x="4635142" y="391965"/>
                </a:cubicBezTo>
                <a:lnTo>
                  <a:pt x="4682809" y="383361"/>
                </a:lnTo>
                <a:cubicBezTo>
                  <a:pt x="4677073" y="363744"/>
                  <a:pt x="4667637" y="349146"/>
                  <a:pt x="4654501" y="339566"/>
                </a:cubicBezTo>
                <a:cubicBezTo>
                  <a:pt x="4641366" y="329987"/>
                  <a:pt x="4623670" y="325197"/>
                  <a:pt x="4601414" y="325197"/>
                </a:cubicBezTo>
                <a:close/>
                <a:moveTo>
                  <a:pt x="4793179" y="325197"/>
                </a:moveTo>
                <a:cubicBezTo>
                  <a:pt x="4768972" y="325197"/>
                  <a:pt x="4748954" y="333773"/>
                  <a:pt x="4733122" y="350924"/>
                </a:cubicBezTo>
                <a:cubicBezTo>
                  <a:pt x="4717290" y="368075"/>
                  <a:pt x="4709375" y="391793"/>
                  <a:pt x="4709375" y="422080"/>
                </a:cubicBezTo>
                <a:cubicBezTo>
                  <a:pt x="4709375" y="447433"/>
                  <a:pt x="4715397" y="468427"/>
                  <a:pt x="4727443" y="485062"/>
                </a:cubicBezTo>
                <a:cubicBezTo>
                  <a:pt x="4742701" y="505827"/>
                  <a:pt x="4766219" y="516209"/>
                  <a:pt x="4797997" y="516209"/>
                </a:cubicBezTo>
                <a:cubicBezTo>
                  <a:pt x="4818073" y="516209"/>
                  <a:pt x="4834794" y="511591"/>
                  <a:pt x="4848159" y="502356"/>
                </a:cubicBezTo>
                <a:cubicBezTo>
                  <a:pt x="4861524" y="493121"/>
                  <a:pt x="4871304" y="479670"/>
                  <a:pt x="4877499" y="462003"/>
                </a:cubicBezTo>
                <a:lnTo>
                  <a:pt x="4829316" y="453915"/>
                </a:lnTo>
                <a:cubicBezTo>
                  <a:pt x="4826678" y="463093"/>
                  <a:pt x="4822777" y="469747"/>
                  <a:pt x="4817614" y="473877"/>
                </a:cubicBezTo>
                <a:cubicBezTo>
                  <a:pt x="4812452" y="478007"/>
                  <a:pt x="4806085" y="480072"/>
                  <a:pt x="4798513" y="480072"/>
                </a:cubicBezTo>
                <a:cubicBezTo>
                  <a:pt x="4787385" y="480072"/>
                  <a:pt x="4778093" y="476085"/>
                  <a:pt x="4770636" y="468112"/>
                </a:cubicBezTo>
                <a:cubicBezTo>
                  <a:pt x="4763179" y="460139"/>
                  <a:pt x="4759278" y="448982"/>
                  <a:pt x="4758934" y="434642"/>
                </a:cubicBezTo>
                <a:lnTo>
                  <a:pt x="4880080" y="434642"/>
                </a:lnTo>
                <a:cubicBezTo>
                  <a:pt x="4880769" y="397587"/>
                  <a:pt x="4873254" y="370082"/>
                  <a:pt x="4857538" y="352128"/>
                </a:cubicBezTo>
                <a:cubicBezTo>
                  <a:pt x="4841821" y="334174"/>
                  <a:pt x="4820368" y="325197"/>
                  <a:pt x="4793179" y="325197"/>
                </a:cubicBezTo>
                <a:close/>
                <a:moveTo>
                  <a:pt x="4428210" y="329327"/>
                </a:moveTo>
                <a:lnTo>
                  <a:pt x="4428210" y="512079"/>
                </a:lnTo>
                <a:lnTo>
                  <a:pt x="4476565" y="512079"/>
                </a:lnTo>
                <a:lnTo>
                  <a:pt x="4476565" y="329327"/>
                </a:lnTo>
                <a:lnTo>
                  <a:pt x="4428210" y="329327"/>
                </a:lnTo>
                <a:close/>
                <a:moveTo>
                  <a:pt x="4094858" y="325197"/>
                </a:moveTo>
                <a:cubicBezTo>
                  <a:pt x="4070652" y="325197"/>
                  <a:pt x="4050576" y="335522"/>
                  <a:pt x="4034630" y="356172"/>
                </a:cubicBezTo>
                <a:lnTo>
                  <a:pt x="4034630" y="329327"/>
                </a:lnTo>
                <a:lnTo>
                  <a:pt x="3989716" y="329327"/>
                </a:lnTo>
                <a:lnTo>
                  <a:pt x="3989716" y="512079"/>
                </a:lnTo>
                <a:lnTo>
                  <a:pt x="4038071" y="512079"/>
                </a:lnTo>
                <a:lnTo>
                  <a:pt x="4038071" y="429307"/>
                </a:lnTo>
                <a:cubicBezTo>
                  <a:pt x="4038071" y="408887"/>
                  <a:pt x="4039305" y="394891"/>
                  <a:pt x="4041771" y="387319"/>
                </a:cubicBezTo>
                <a:cubicBezTo>
                  <a:pt x="4044238" y="379748"/>
                  <a:pt x="4048798" y="373667"/>
                  <a:pt x="4055452" y="369078"/>
                </a:cubicBezTo>
                <a:cubicBezTo>
                  <a:pt x="4062105" y="364490"/>
                  <a:pt x="4069620" y="362195"/>
                  <a:pt x="4077994" y="362195"/>
                </a:cubicBezTo>
                <a:cubicBezTo>
                  <a:pt x="4084533" y="362195"/>
                  <a:pt x="4090126" y="363801"/>
                  <a:pt x="4094772" y="367013"/>
                </a:cubicBezTo>
                <a:cubicBezTo>
                  <a:pt x="4099419" y="370226"/>
                  <a:pt x="4102774" y="374729"/>
                  <a:pt x="4104839" y="380522"/>
                </a:cubicBezTo>
                <a:cubicBezTo>
                  <a:pt x="4106904" y="386315"/>
                  <a:pt x="4107937" y="399078"/>
                  <a:pt x="4107937" y="418810"/>
                </a:cubicBezTo>
                <a:lnTo>
                  <a:pt x="4107937" y="512079"/>
                </a:lnTo>
                <a:lnTo>
                  <a:pt x="4156292" y="512079"/>
                </a:lnTo>
                <a:lnTo>
                  <a:pt x="4156292" y="398505"/>
                </a:lnTo>
                <a:cubicBezTo>
                  <a:pt x="4156292" y="384394"/>
                  <a:pt x="4155403" y="373553"/>
                  <a:pt x="4153625" y="365981"/>
                </a:cubicBezTo>
                <a:cubicBezTo>
                  <a:pt x="4151847" y="358409"/>
                  <a:pt x="4148692" y="351641"/>
                  <a:pt x="4144160" y="345675"/>
                </a:cubicBezTo>
                <a:cubicBezTo>
                  <a:pt x="4139629" y="339710"/>
                  <a:pt x="4132946" y="334805"/>
                  <a:pt x="4124112" y="330962"/>
                </a:cubicBezTo>
                <a:cubicBezTo>
                  <a:pt x="4115279" y="327119"/>
                  <a:pt x="4105528" y="325197"/>
                  <a:pt x="4094858" y="325197"/>
                </a:cubicBezTo>
                <a:close/>
              </a:path>
            </a:pathLst>
          </a:custGeom>
          <a:noFill/>
          <a:ln>
            <a:solidFill>
              <a:srgbClr val="965F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760341" y="341986"/>
            <a:ext cx="1479479" cy="626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90456" y="1527326"/>
            <a:ext cx="7019247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3800" b="1" dirty="0" smtClean="0">
                <a:solidFill>
                  <a:srgbClr val="FF0000"/>
                </a:solidFill>
              </a:rPr>
              <a:t>FIM</a:t>
            </a:r>
            <a:endParaRPr lang="en-GB" sz="13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937873"/>
      </p:ext>
    </p:extLst>
  </p:cSld>
  <p:clrMapOvr>
    <a:masterClrMapping/>
  </p:clrMapOvr>
</p:sld>
</file>

<file path=ppt/theme/theme1.xml><?xml version="1.0" encoding="utf-8"?>
<a:theme xmlns:a="http://schemas.openxmlformats.org/drawingml/2006/main" name="Data Migration Process Infographics by Slidesgo">
  <a:themeElements>
    <a:clrScheme name="Simple Light">
      <a:dk1>
        <a:srgbClr val="000000"/>
      </a:dk1>
      <a:lt1>
        <a:srgbClr val="FFFFFF"/>
      </a:lt1>
      <a:dk2>
        <a:srgbClr val="DDDDDD"/>
      </a:dk2>
      <a:lt2>
        <a:srgbClr val="293E8D"/>
      </a:lt2>
      <a:accent1>
        <a:srgbClr val="4335AF"/>
      </a:accent1>
      <a:accent2>
        <a:srgbClr val="9659F4"/>
      </a:accent2>
      <a:accent3>
        <a:srgbClr val="5CCFFB"/>
      </a:accent3>
      <a:accent4>
        <a:srgbClr val="A0FDF1"/>
      </a:accent4>
      <a:accent5>
        <a:srgbClr val="FCCAF5"/>
      </a:accent5>
      <a:accent6>
        <a:srgbClr val="FA72DC"/>
      </a:accent6>
      <a:hlink>
        <a:srgbClr val="2134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138</Words>
  <Application>Microsoft Office PowerPoint</Application>
  <PresentationFormat>On-screen Show (16:9)</PresentationFormat>
  <Paragraphs>23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Fira Sans Extra Condensed SemiBold</vt:lpstr>
      <vt:lpstr>Roboto</vt:lpstr>
      <vt:lpstr>Wingdings</vt:lpstr>
      <vt:lpstr>Data Migration Process Infographics by Slidesgo</vt:lpstr>
      <vt:lpstr>“Tarefas de Administração de Sistemas Operativos”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Tarefas de Administração de sistemas Operativos </dc:title>
  <cp:lastModifiedBy>RajendraPandit</cp:lastModifiedBy>
  <cp:revision>13</cp:revision>
  <dcterms:modified xsi:type="dcterms:W3CDTF">2023-06-12T04:08:05Z</dcterms:modified>
</cp:coreProperties>
</file>